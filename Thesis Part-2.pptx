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4" r:id="rId14"/>
    <p:sldId id="266" r:id="rId15"/>
    <p:sldId id="267" r:id="rId16"/>
    <p:sldId id="270" r:id="rId17"/>
    <p:sldId id="268" r:id="rId18"/>
    <p:sldId id="269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BCF49-9C6A-4F9E-A9FD-E6E74F16F254}" v="133" dt="2026-09-24T08:52:25.024"/>
    <p1510:client id="{85FF1139-44E9-4376-9FF3-3C4CB840566D}" v="7016" dt="2026-09-24T17:07:07.578"/>
    <p1510:client id="{99187B08-C0CC-47C3-80EE-F32E85E48B15}" v="92" dt="2026-09-24T17:17:29.143"/>
    <p1510:client id="{D39DE117-4A22-4BC8-9EF0-14EA884D065E}" v="775" dt="2026-09-24T08:09:19.018"/>
    <p1510:client id="{F79DD998-EC33-4FDC-975E-9CC2391D618F}" v="10" dt="2026-09-24T18:36:04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87" d="100"/>
          <a:sy n="87" d="100"/>
        </p:scale>
        <p:origin x="142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Kandir" userId="d01d181f4dc9f2bb" providerId="Windows Live" clId="Web-{85FF1139-44E9-4376-9FF3-3C4CB840566D}"/>
    <pc:docChg chg="addSld delSld modSld sldOrd">
      <pc:chgData name="Oliver Kandir" userId="d01d181f4dc9f2bb" providerId="Windows Live" clId="Web-{85FF1139-44E9-4376-9FF3-3C4CB840566D}" dt="2026-09-24T17:07:07.578" v="3719"/>
      <pc:docMkLst>
        <pc:docMk/>
      </pc:docMkLst>
      <pc:sldChg chg="addSp delSp modSp ord">
        <pc:chgData name="Oliver Kandir" userId="d01d181f4dc9f2bb" providerId="Windows Live" clId="Web-{85FF1139-44E9-4376-9FF3-3C4CB840566D}" dt="2026-09-24T10:55:22.057" v="730" actId="20577"/>
        <pc:sldMkLst>
          <pc:docMk/>
          <pc:sldMk cId="1306444498" sldId="262"/>
        </pc:sldMkLst>
        <pc:spChg chg="del mod">
          <ac:chgData name="Oliver Kandir" userId="d01d181f4dc9f2bb" providerId="Windows Live" clId="Web-{85FF1139-44E9-4376-9FF3-3C4CB840566D}" dt="2026-09-24T09:26:17.851" v="212"/>
          <ac:spMkLst>
            <pc:docMk/>
            <pc:sldMk cId="1306444498" sldId="262"/>
            <ac:spMk id="2" creationId="{75805DB4-8FB7-69CE-3FA1-1CB19E6322F3}"/>
          </ac:spMkLst>
        </pc:spChg>
        <pc:spChg chg="mod">
          <ac:chgData name="Oliver Kandir" userId="d01d181f4dc9f2bb" providerId="Windows Live" clId="Web-{85FF1139-44E9-4376-9FF3-3C4CB840566D}" dt="2026-09-24T10:55:22.057" v="730" actId="20577"/>
          <ac:spMkLst>
            <pc:docMk/>
            <pc:sldMk cId="1306444498" sldId="262"/>
            <ac:spMk id="4" creationId="{8433068E-18D9-1738-32F1-EDA09AAEDA69}"/>
          </ac:spMkLst>
        </pc:spChg>
        <pc:spChg chg="add del mod">
          <ac:chgData name="Oliver Kandir" userId="d01d181f4dc9f2bb" providerId="Windows Live" clId="Web-{85FF1139-44E9-4376-9FF3-3C4CB840566D}" dt="2026-09-24T09:26:31.289" v="214"/>
          <ac:spMkLst>
            <pc:docMk/>
            <pc:sldMk cId="1306444498" sldId="262"/>
            <ac:spMk id="6" creationId="{8340D47B-432E-8484-3DBA-731C093D5F58}"/>
          </ac:spMkLst>
        </pc:spChg>
        <pc:spChg chg="add mod">
          <ac:chgData name="Oliver Kandir" userId="d01d181f4dc9f2bb" providerId="Windows Live" clId="Web-{85FF1139-44E9-4376-9FF3-3C4CB840566D}" dt="2026-09-24T09:26:48.774" v="217" actId="20577"/>
          <ac:spMkLst>
            <pc:docMk/>
            <pc:sldMk cId="1306444498" sldId="262"/>
            <ac:spMk id="8" creationId="{D6D7E16B-EE09-D2C5-C4D3-721298D03400}"/>
          </ac:spMkLst>
        </pc:spChg>
      </pc:sldChg>
      <pc:sldChg chg="addSp delSp modSp add ord replId">
        <pc:chgData name="Oliver Kandir" userId="d01d181f4dc9f2bb" providerId="Windows Live" clId="Web-{85FF1139-44E9-4376-9FF3-3C4CB840566D}" dt="2026-09-24T09:43:51.511" v="253" actId="20577"/>
        <pc:sldMkLst>
          <pc:docMk/>
          <pc:sldMk cId="3116349254" sldId="263"/>
        </pc:sldMkLst>
        <pc:spChg chg="del mod">
          <ac:chgData name="Oliver Kandir" userId="d01d181f4dc9f2bb" providerId="Windows Live" clId="Web-{85FF1139-44E9-4376-9FF3-3C4CB840566D}" dt="2026-09-24T09:36:51.232" v="241"/>
          <ac:spMkLst>
            <pc:docMk/>
            <pc:sldMk cId="3116349254" sldId="263"/>
            <ac:spMk id="2" creationId="{6862DFBD-2750-41B8-359E-D58ACA903B68}"/>
          </ac:spMkLst>
        </pc:spChg>
        <pc:spChg chg="add mod">
          <ac:chgData name="Oliver Kandir" userId="d01d181f4dc9f2bb" providerId="Windows Live" clId="Web-{85FF1139-44E9-4376-9FF3-3C4CB840566D}" dt="2026-09-24T09:43:51.511" v="253" actId="20577"/>
          <ac:spMkLst>
            <pc:docMk/>
            <pc:sldMk cId="3116349254" sldId="263"/>
            <ac:spMk id="4" creationId="{56400C5E-9682-5C51-1BDB-EEF29618572B}"/>
          </ac:spMkLst>
        </pc:spChg>
        <pc:spChg chg="add del mod">
          <ac:chgData name="Oliver Kandir" userId="d01d181f4dc9f2bb" providerId="Windows Live" clId="Web-{85FF1139-44E9-4376-9FF3-3C4CB840566D}" dt="2026-09-24T09:40:52.380" v="244"/>
          <ac:spMkLst>
            <pc:docMk/>
            <pc:sldMk cId="3116349254" sldId="263"/>
            <ac:spMk id="6" creationId="{94AA6DBB-BD7C-5918-D113-303FCF2AB798}"/>
          </ac:spMkLst>
        </pc:spChg>
        <pc:picChg chg="del">
          <ac:chgData name="Oliver Kandir" userId="d01d181f4dc9f2bb" providerId="Windows Live" clId="Web-{85FF1139-44E9-4376-9FF3-3C4CB840566D}" dt="2026-09-24T09:38:47.657" v="243"/>
          <ac:picMkLst>
            <pc:docMk/>
            <pc:sldMk cId="3116349254" sldId="263"/>
            <ac:picMk id="7" creationId="{D7ECE745-854D-2715-D95F-D9FA3ADAB4B6}"/>
          </ac:picMkLst>
        </pc:picChg>
        <pc:picChg chg="add mod ord">
          <ac:chgData name="Oliver Kandir" userId="d01d181f4dc9f2bb" providerId="Windows Live" clId="Web-{85FF1139-44E9-4376-9FF3-3C4CB840566D}" dt="2026-09-24T09:41:05.443" v="249" actId="1076"/>
          <ac:picMkLst>
            <pc:docMk/>
            <pc:sldMk cId="3116349254" sldId="263"/>
            <ac:picMk id="8" creationId="{2F632ED2-BEC9-794E-145A-7D1AC5992D4D}"/>
          </ac:picMkLst>
        </pc:picChg>
        <pc:picChg chg="del">
          <ac:chgData name="Oliver Kandir" userId="d01d181f4dc9f2bb" providerId="Windows Live" clId="Web-{85FF1139-44E9-4376-9FF3-3C4CB840566D}" dt="2026-09-24T09:38:46.173" v="242"/>
          <ac:picMkLst>
            <pc:docMk/>
            <pc:sldMk cId="3116349254" sldId="263"/>
            <ac:picMk id="10" creationId="{5E773EDA-9B88-0D18-26ED-67B6FACAF22C}"/>
          </ac:picMkLst>
        </pc:picChg>
      </pc:sldChg>
      <pc:sldChg chg="modSp add ord replId">
        <pc:chgData name="Oliver Kandir" userId="d01d181f4dc9f2bb" providerId="Windows Live" clId="Web-{85FF1139-44E9-4376-9FF3-3C4CB840566D}" dt="2026-09-24T14:42:30.788" v="1942" actId="1076"/>
        <pc:sldMkLst>
          <pc:docMk/>
          <pc:sldMk cId="2099352109" sldId="264"/>
        </pc:sldMkLst>
        <pc:spChg chg="mod">
          <ac:chgData name="Oliver Kandir" userId="d01d181f4dc9f2bb" providerId="Windows Live" clId="Web-{85FF1139-44E9-4376-9FF3-3C4CB840566D}" dt="2026-09-24T14:42:30.788" v="1942" actId="1076"/>
          <ac:spMkLst>
            <pc:docMk/>
            <pc:sldMk cId="2099352109" sldId="264"/>
            <ac:spMk id="4" creationId="{0AF6A345-1FE8-7AC0-B4C4-7315F5AFB4A5}"/>
          </ac:spMkLst>
        </pc:spChg>
        <pc:spChg chg="mod">
          <ac:chgData name="Oliver Kandir" userId="d01d181f4dc9f2bb" providerId="Windows Live" clId="Web-{85FF1139-44E9-4376-9FF3-3C4CB840566D}" dt="2026-09-24T10:23:55.480" v="389" actId="14100"/>
          <ac:spMkLst>
            <pc:docMk/>
            <pc:sldMk cId="2099352109" sldId="264"/>
            <ac:spMk id="8" creationId="{D8969FDF-DD1F-04DA-5A3E-F0752EA4A4ED}"/>
          </ac:spMkLst>
        </pc:spChg>
      </pc:sldChg>
      <pc:sldChg chg="modSp add ord replId">
        <pc:chgData name="Oliver Kandir" userId="d01d181f4dc9f2bb" providerId="Windows Live" clId="Web-{85FF1139-44E9-4376-9FF3-3C4CB840566D}" dt="2026-09-24T11:54:38.314" v="1440" actId="20577"/>
        <pc:sldMkLst>
          <pc:docMk/>
          <pc:sldMk cId="818385319" sldId="265"/>
        </pc:sldMkLst>
        <pc:spChg chg="mod">
          <ac:chgData name="Oliver Kandir" userId="d01d181f4dc9f2bb" providerId="Windows Live" clId="Web-{85FF1139-44E9-4376-9FF3-3C4CB840566D}" dt="2026-09-24T10:46:08.539" v="621" actId="20577"/>
          <ac:spMkLst>
            <pc:docMk/>
            <pc:sldMk cId="818385319" sldId="265"/>
            <ac:spMk id="4" creationId="{DD1FD7FC-0C9F-B0CC-780B-836B504546D9}"/>
          </ac:spMkLst>
        </pc:spChg>
        <pc:spChg chg="mod">
          <ac:chgData name="Oliver Kandir" userId="d01d181f4dc9f2bb" providerId="Windows Live" clId="Web-{85FF1139-44E9-4376-9FF3-3C4CB840566D}" dt="2026-09-24T11:54:38.314" v="1440" actId="20577"/>
          <ac:spMkLst>
            <pc:docMk/>
            <pc:sldMk cId="818385319" sldId="265"/>
            <ac:spMk id="8" creationId="{DA5FA3B7-66CE-8F2C-E515-0E90797E37F9}"/>
          </ac:spMkLst>
        </pc:spChg>
      </pc:sldChg>
      <pc:sldChg chg="modSp add replId">
        <pc:chgData name="Oliver Kandir" userId="d01d181f4dc9f2bb" providerId="Windows Live" clId="Web-{85FF1139-44E9-4376-9FF3-3C4CB840566D}" dt="2026-09-24T14:32:01.552" v="1927" actId="14100"/>
        <pc:sldMkLst>
          <pc:docMk/>
          <pc:sldMk cId="246306429" sldId="266"/>
        </pc:sldMkLst>
        <pc:spChg chg="mod">
          <ac:chgData name="Oliver Kandir" userId="d01d181f4dc9f2bb" providerId="Windows Live" clId="Web-{85FF1139-44E9-4376-9FF3-3C4CB840566D}" dt="2026-09-24T14:32:01.552" v="1927" actId="14100"/>
          <ac:spMkLst>
            <pc:docMk/>
            <pc:sldMk cId="246306429" sldId="266"/>
            <ac:spMk id="4" creationId="{0E304110-2BCB-6E05-A863-77396DC74313}"/>
          </ac:spMkLst>
        </pc:spChg>
      </pc:sldChg>
      <pc:sldChg chg="addSp modSp add replId">
        <pc:chgData name="Oliver Kandir" userId="d01d181f4dc9f2bb" providerId="Windows Live" clId="Web-{85FF1139-44E9-4376-9FF3-3C4CB840566D}" dt="2026-09-24T16:25:25.962" v="3033" actId="20577"/>
        <pc:sldMkLst>
          <pc:docMk/>
          <pc:sldMk cId="1320554229" sldId="267"/>
        </pc:sldMkLst>
        <pc:spChg chg="add mod">
          <ac:chgData name="Oliver Kandir" userId="d01d181f4dc9f2bb" providerId="Windows Live" clId="Web-{85FF1139-44E9-4376-9FF3-3C4CB840566D}" dt="2026-09-24T14:37:17.466" v="1929" actId="20577"/>
          <ac:spMkLst>
            <pc:docMk/>
            <pc:sldMk cId="1320554229" sldId="267"/>
            <ac:spMk id="2" creationId="{11716550-64B8-2F69-A9B4-804205A7599A}"/>
          </ac:spMkLst>
        </pc:spChg>
        <pc:spChg chg="mod">
          <ac:chgData name="Oliver Kandir" userId="d01d181f4dc9f2bb" providerId="Windows Live" clId="Web-{85FF1139-44E9-4376-9FF3-3C4CB840566D}" dt="2026-09-24T16:25:25.962" v="3033" actId="20577"/>
          <ac:spMkLst>
            <pc:docMk/>
            <pc:sldMk cId="1320554229" sldId="267"/>
            <ac:spMk id="4" creationId="{30A0E4A0-0A91-0E02-C284-7A5917135C30}"/>
          </ac:spMkLst>
        </pc:spChg>
        <pc:spChg chg="mod">
          <ac:chgData name="Oliver Kandir" userId="d01d181f4dc9f2bb" providerId="Windows Live" clId="Web-{85FF1139-44E9-4376-9FF3-3C4CB840566D}" dt="2026-09-24T11:40:43.115" v="1241" actId="20577"/>
          <ac:spMkLst>
            <pc:docMk/>
            <pc:sldMk cId="1320554229" sldId="267"/>
            <ac:spMk id="8" creationId="{D89984AE-84F5-05F0-272A-857A6FF03F60}"/>
          </ac:spMkLst>
        </pc:spChg>
      </pc:sldChg>
      <pc:sldChg chg="addSp delSp modSp add replId">
        <pc:chgData name="Oliver Kandir" userId="d01d181f4dc9f2bb" providerId="Windows Live" clId="Web-{85FF1139-44E9-4376-9FF3-3C4CB840566D}" dt="2026-09-24T14:49:40.153" v="1962" actId="20577"/>
        <pc:sldMkLst>
          <pc:docMk/>
          <pc:sldMk cId="500271399" sldId="268"/>
        </pc:sldMkLst>
        <pc:spChg chg="mod">
          <ac:chgData name="Oliver Kandir" userId="d01d181f4dc9f2bb" providerId="Windows Live" clId="Web-{85FF1139-44E9-4376-9FF3-3C4CB840566D}" dt="2026-09-24T14:49:40.153" v="1962" actId="20577"/>
          <ac:spMkLst>
            <pc:docMk/>
            <pc:sldMk cId="500271399" sldId="268"/>
            <ac:spMk id="4" creationId="{1595D5C1-D1B6-2F7D-70A2-33142036467B}"/>
          </ac:spMkLst>
        </pc:spChg>
        <pc:spChg chg="mod">
          <ac:chgData name="Oliver Kandir" userId="d01d181f4dc9f2bb" providerId="Windows Live" clId="Web-{85FF1139-44E9-4376-9FF3-3C4CB840566D}" dt="2026-09-24T14:43:08.179" v="1943" actId="20577"/>
          <ac:spMkLst>
            <pc:docMk/>
            <pc:sldMk cId="500271399" sldId="268"/>
            <ac:spMk id="8" creationId="{58E3FB8A-C393-70D4-2E21-E0606481DE2B}"/>
          </ac:spMkLst>
        </pc:spChg>
        <pc:picChg chg="add del mod">
          <ac:chgData name="Oliver Kandir" userId="d01d181f4dc9f2bb" providerId="Windows Live" clId="Web-{85FF1139-44E9-4376-9FF3-3C4CB840566D}" dt="2026-09-24T14:44:43.930" v="1946"/>
          <ac:picMkLst>
            <pc:docMk/>
            <pc:sldMk cId="500271399" sldId="268"/>
            <ac:picMk id="2" creationId="{1B073FE7-3BC3-021B-D0C8-955BF55177FF}"/>
          </ac:picMkLst>
        </pc:picChg>
      </pc:sldChg>
      <pc:sldChg chg="modSp add replId">
        <pc:chgData name="Oliver Kandir" userId="d01d181f4dc9f2bb" providerId="Windows Live" clId="Web-{85FF1139-44E9-4376-9FF3-3C4CB840566D}" dt="2026-09-24T15:16:26.440" v="1994" actId="14100"/>
        <pc:sldMkLst>
          <pc:docMk/>
          <pc:sldMk cId="3423540325" sldId="269"/>
        </pc:sldMkLst>
        <pc:spChg chg="mod">
          <ac:chgData name="Oliver Kandir" userId="d01d181f4dc9f2bb" providerId="Windows Live" clId="Web-{85FF1139-44E9-4376-9FF3-3C4CB840566D}" dt="2026-09-24T15:16:26.440" v="1994" actId="14100"/>
          <ac:spMkLst>
            <pc:docMk/>
            <pc:sldMk cId="3423540325" sldId="269"/>
            <ac:spMk id="4" creationId="{EC3E98BB-ED25-77AE-7E26-62E344B889B9}"/>
          </ac:spMkLst>
        </pc:spChg>
        <pc:spChg chg="mod">
          <ac:chgData name="Oliver Kandir" userId="d01d181f4dc9f2bb" providerId="Windows Live" clId="Web-{85FF1139-44E9-4376-9FF3-3C4CB840566D}" dt="2026-09-24T14:43:12.241" v="1944" actId="20577"/>
          <ac:spMkLst>
            <pc:docMk/>
            <pc:sldMk cId="3423540325" sldId="269"/>
            <ac:spMk id="8" creationId="{B1A66A68-0C43-9B62-975E-F709520A272E}"/>
          </ac:spMkLst>
        </pc:spChg>
      </pc:sldChg>
      <pc:sldChg chg="addSp delSp modSp add replId">
        <pc:chgData name="Oliver Kandir" userId="d01d181f4dc9f2bb" providerId="Windows Live" clId="Web-{85FF1139-44E9-4376-9FF3-3C4CB840566D}" dt="2026-09-24T15:02:07.920" v="1975" actId="20577"/>
        <pc:sldMkLst>
          <pc:docMk/>
          <pc:sldMk cId="1216250490" sldId="270"/>
        </pc:sldMkLst>
        <pc:spChg chg="del mod">
          <ac:chgData name="Oliver Kandir" userId="d01d181f4dc9f2bb" providerId="Windows Live" clId="Web-{85FF1139-44E9-4376-9FF3-3C4CB840566D}" dt="2026-09-24T14:50:05.077" v="1965"/>
          <ac:spMkLst>
            <pc:docMk/>
            <pc:sldMk cId="1216250490" sldId="270"/>
            <ac:spMk id="2" creationId="{39025444-E751-B01D-2670-BBD3C3140A12}"/>
          </ac:spMkLst>
        </pc:spChg>
        <pc:spChg chg="add mod">
          <ac:chgData name="Oliver Kandir" userId="d01d181f4dc9f2bb" providerId="Windows Live" clId="Web-{85FF1139-44E9-4376-9FF3-3C4CB840566D}" dt="2026-09-24T15:02:07.920" v="1975" actId="20577"/>
          <ac:spMkLst>
            <pc:docMk/>
            <pc:sldMk cId="1216250490" sldId="270"/>
            <ac:spMk id="3" creationId="{40EA0CB3-1FF4-CF38-284F-10D88D4B9280}"/>
          </ac:spMkLst>
        </pc:spChg>
        <pc:spChg chg="del">
          <ac:chgData name="Oliver Kandir" userId="d01d181f4dc9f2bb" providerId="Windows Live" clId="Web-{85FF1139-44E9-4376-9FF3-3C4CB840566D}" dt="2026-09-24T14:50:01.561" v="1963"/>
          <ac:spMkLst>
            <pc:docMk/>
            <pc:sldMk cId="1216250490" sldId="270"/>
            <ac:spMk id="4" creationId="{5715C765-9534-592C-8808-1D569F219DD0}"/>
          </ac:spMkLst>
        </pc:spChg>
        <pc:picChg chg="add mod">
          <ac:chgData name="Oliver Kandir" userId="d01d181f4dc9f2bb" providerId="Windows Live" clId="Web-{85FF1139-44E9-4376-9FF3-3C4CB840566D}" dt="2026-09-24T15:01:51.155" v="1972" actId="1076"/>
          <ac:picMkLst>
            <pc:docMk/>
            <pc:sldMk cId="1216250490" sldId="270"/>
            <ac:picMk id="6" creationId="{2228F0A8-9828-300E-8138-59E99E58C962}"/>
          </ac:picMkLst>
        </pc:picChg>
      </pc:sldChg>
      <pc:sldChg chg="addSp modSp add replId">
        <pc:chgData name="Oliver Kandir" userId="d01d181f4dc9f2bb" providerId="Windows Live" clId="Web-{85FF1139-44E9-4376-9FF3-3C4CB840566D}" dt="2026-09-24T16:18:57.357" v="2915" actId="20577"/>
        <pc:sldMkLst>
          <pc:docMk/>
          <pc:sldMk cId="948557571" sldId="271"/>
        </pc:sldMkLst>
        <pc:spChg chg="mod">
          <ac:chgData name="Oliver Kandir" userId="d01d181f4dc9f2bb" providerId="Windows Live" clId="Web-{85FF1139-44E9-4376-9FF3-3C4CB840566D}" dt="2026-09-24T16:18:57.357" v="2915" actId="20577"/>
          <ac:spMkLst>
            <pc:docMk/>
            <pc:sldMk cId="948557571" sldId="271"/>
            <ac:spMk id="4" creationId="{89F7331A-2D2D-1076-FF20-1AECC3C9523E}"/>
          </ac:spMkLst>
        </pc:spChg>
        <pc:spChg chg="mod">
          <ac:chgData name="Oliver Kandir" userId="d01d181f4dc9f2bb" providerId="Windows Live" clId="Web-{85FF1139-44E9-4376-9FF3-3C4CB840566D}" dt="2026-09-24T16:16:02.078" v="2913" actId="20577"/>
          <ac:spMkLst>
            <pc:docMk/>
            <pc:sldMk cId="948557571" sldId="271"/>
            <ac:spMk id="8" creationId="{FA76F360-0692-D471-BB8C-7034082EB35C}"/>
          </ac:spMkLst>
        </pc:spChg>
        <pc:picChg chg="add mod">
          <ac:chgData name="Oliver Kandir" userId="d01d181f4dc9f2bb" providerId="Windows Live" clId="Web-{85FF1139-44E9-4376-9FF3-3C4CB840566D}" dt="2026-09-24T15:43:37.904" v="2578" actId="1076"/>
          <ac:picMkLst>
            <pc:docMk/>
            <pc:sldMk cId="948557571" sldId="271"/>
            <ac:picMk id="2" creationId="{E52F4099-889D-12FD-E697-3C145E2BF681}"/>
          </ac:picMkLst>
        </pc:picChg>
      </pc:sldChg>
      <pc:sldChg chg="delSp modSp add replId">
        <pc:chgData name="Oliver Kandir" userId="d01d181f4dc9f2bb" providerId="Windows Live" clId="Web-{85FF1139-44E9-4376-9FF3-3C4CB840566D}" dt="2026-09-24T16:44:53.283" v="3320" actId="20577"/>
        <pc:sldMkLst>
          <pc:docMk/>
          <pc:sldMk cId="382987359" sldId="272"/>
        </pc:sldMkLst>
        <pc:spChg chg="mod">
          <ac:chgData name="Oliver Kandir" userId="d01d181f4dc9f2bb" providerId="Windows Live" clId="Web-{85FF1139-44E9-4376-9FF3-3C4CB840566D}" dt="2026-09-24T16:44:53.283" v="3320" actId="20577"/>
          <ac:spMkLst>
            <pc:docMk/>
            <pc:sldMk cId="382987359" sldId="272"/>
            <ac:spMk id="4" creationId="{5E97CDCB-2B01-FC76-0BAA-00ADC799E0A5}"/>
          </ac:spMkLst>
        </pc:spChg>
        <pc:spChg chg="mod">
          <ac:chgData name="Oliver Kandir" userId="d01d181f4dc9f2bb" providerId="Windows Live" clId="Web-{85FF1139-44E9-4376-9FF3-3C4CB840566D}" dt="2026-09-24T16:34:23.012" v="3266" actId="14100"/>
          <ac:spMkLst>
            <pc:docMk/>
            <pc:sldMk cId="382987359" sldId="272"/>
            <ac:spMk id="8" creationId="{42DF6F13-7C5D-1A06-7111-5BC1FA593F55}"/>
          </ac:spMkLst>
        </pc:spChg>
        <pc:picChg chg="del">
          <ac:chgData name="Oliver Kandir" userId="d01d181f4dc9f2bb" providerId="Windows Live" clId="Web-{85FF1139-44E9-4376-9FF3-3C4CB840566D}" dt="2026-09-24T16:01:37.507" v="2594"/>
          <ac:picMkLst>
            <pc:docMk/>
            <pc:sldMk cId="382987359" sldId="272"/>
            <ac:picMk id="2" creationId="{6773565C-FCA9-C618-0865-B3EA52152E32}"/>
          </ac:picMkLst>
        </pc:picChg>
      </pc:sldChg>
      <pc:sldChg chg="modSp add replId">
        <pc:chgData name="Oliver Kandir" userId="d01d181f4dc9f2bb" providerId="Windows Live" clId="Web-{85FF1139-44E9-4376-9FF3-3C4CB840566D}" dt="2026-09-24T17:05:31.978" v="3717" actId="20577"/>
        <pc:sldMkLst>
          <pc:docMk/>
          <pc:sldMk cId="4273755970" sldId="273"/>
        </pc:sldMkLst>
        <pc:spChg chg="mod">
          <ac:chgData name="Oliver Kandir" userId="d01d181f4dc9f2bb" providerId="Windows Live" clId="Web-{85FF1139-44E9-4376-9FF3-3C4CB840566D}" dt="2026-09-24T17:05:31.978" v="3717" actId="20577"/>
          <ac:spMkLst>
            <pc:docMk/>
            <pc:sldMk cId="4273755970" sldId="273"/>
            <ac:spMk id="4" creationId="{C9C46311-7446-7DDF-E6ED-5438F204D772}"/>
          </ac:spMkLst>
        </pc:spChg>
        <pc:spChg chg="mod">
          <ac:chgData name="Oliver Kandir" userId="d01d181f4dc9f2bb" providerId="Windows Live" clId="Web-{85FF1139-44E9-4376-9FF3-3C4CB840566D}" dt="2026-09-24T16:47:53.456" v="3375" actId="20577"/>
          <ac:spMkLst>
            <pc:docMk/>
            <pc:sldMk cId="4273755970" sldId="273"/>
            <ac:spMk id="8" creationId="{DE1A6EEB-CABA-AF44-69B7-5B48B7518B81}"/>
          </ac:spMkLst>
        </pc:spChg>
      </pc:sldChg>
      <pc:sldChg chg="new del">
        <pc:chgData name="Oliver Kandir" userId="d01d181f4dc9f2bb" providerId="Windows Live" clId="Web-{85FF1139-44E9-4376-9FF3-3C4CB840566D}" dt="2026-09-24T17:07:07.578" v="3719"/>
        <pc:sldMkLst>
          <pc:docMk/>
          <pc:sldMk cId="2741944871" sldId="274"/>
        </pc:sldMkLst>
      </pc:sldChg>
    </pc:docChg>
  </pc:docChgLst>
  <pc:docChgLst>
    <pc:chgData name="Oliver Kandir" userId="d01d181f4dc9f2bb" providerId="Windows Live" clId="Web-{99187B08-C0CC-47C3-80EE-F32E85E48B15}"/>
    <pc:docChg chg="addSld modSld">
      <pc:chgData name="Oliver Kandir" userId="d01d181f4dc9f2bb" providerId="Windows Live" clId="Web-{99187B08-C0CC-47C3-80EE-F32E85E48B15}" dt="2026-09-24T17:17:28.487" v="51" actId="20577"/>
      <pc:docMkLst>
        <pc:docMk/>
      </pc:docMkLst>
      <pc:sldChg chg="addSp modSp">
        <pc:chgData name="Oliver Kandir" userId="d01d181f4dc9f2bb" providerId="Windows Live" clId="Web-{99187B08-C0CC-47C3-80EE-F32E85E48B15}" dt="2026-09-24T17:17:28.487" v="51" actId="20577"/>
        <pc:sldMkLst>
          <pc:docMk/>
          <pc:sldMk cId="3713947366" sldId="258"/>
        </pc:sldMkLst>
        <pc:spChg chg="add mod">
          <ac:chgData name="Oliver Kandir" userId="d01d181f4dc9f2bb" providerId="Windows Live" clId="Web-{99187B08-C0CC-47C3-80EE-F32E85E48B15}" dt="2026-09-24T17:17:28.487" v="51" actId="20577"/>
          <ac:spMkLst>
            <pc:docMk/>
            <pc:sldMk cId="3713947366" sldId="258"/>
            <ac:spMk id="3" creationId="{ED075185-EFB7-4583-53C6-DA568BDA78C8}"/>
          </ac:spMkLst>
        </pc:spChg>
      </pc:sldChg>
      <pc:sldChg chg="modSp">
        <pc:chgData name="Oliver Kandir" userId="d01d181f4dc9f2bb" providerId="Windows Live" clId="Web-{99187B08-C0CC-47C3-80EE-F32E85E48B15}" dt="2026-09-24T17:12:17.191" v="25" actId="14100"/>
        <pc:sldMkLst>
          <pc:docMk/>
          <pc:sldMk cId="4273755970" sldId="273"/>
        </pc:sldMkLst>
        <pc:spChg chg="mod">
          <ac:chgData name="Oliver Kandir" userId="d01d181f4dc9f2bb" providerId="Windows Live" clId="Web-{99187B08-C0CC-47C3-80EE-F32E85E48B15}" dt="2026-09-24T17:12:17.191" v="25" actId="14100"/>
          <ac:spMkLst>
            <pc:docMk/>
            <pc:sldMk cId="4273755970" sldId="273"/>
            <ac:spMk id="4" creationId="{C9C46311-7446-7DDF-E6ED-5438F204D772}"/>
          </ac:spMkLst>
        </pc:spChg>
      </pc:sldChg>
      <pc:sldChg chg="modSp new">
        <pc:chgData name="Oliver Kandir" userId="d01d181f4dc9f2bb" providerId="Windows Live" clId="Web-{99187B08-C0CC-47C3-80EE-F32E85E48B15}" dt="2026-09-24T17:08:12.976" v="7" actId="20577"/>
        <pc:sldMkLst>
          <pc:docMk/>
          <pc:sldMk cId="257466997" sldId="274"/>
        </pc:sldMkLst>
        <pc:spChg chg="mod">
          <ac:chgData name="Oliver Kandir" userId="d01d181f4dc9f2bb" providerId="Windows Live" clId="Web-{99187B08-C0CC-47C3-80EE-F32E85E48B15}" dt="2026-09-24T17:08:12.976" v="7" actId="20577"/>
          <ac:spMkLst>
            <pc:docMk/>
            <pc:sldMk cId="257466997" sldId="274"/>
            <ac:spMk id="2" creationId="{B3E01024-E264-5AC4-1744-A10F21083690}"/>
          </ac:spMkLst>
        </pc:spChg>
      </pc:sldChg>
    </pc:docChg>
  </pc:docChgLst>
  <pc:docChgLst>
    <pc:chgData name="Oliver Kandir" userId="d01d181f4dc9f2bb" providerId="Windows Live" clId="Web-{D39DE117-4A22-4BC8-9EF0-14EA884D065E}"/>
    <pc:docChg chg="addSld delSld modSld">
      <pc:chgData name="Oliver Kandir" userId="d01d181f4dc9f2bb" providerId="Windows Live" clId="Web-{D39DE117-4A22-4BC8-9EF0-14EA884D065E}" dt="2026-09-24T08:09:16.361" v="527" actId="20577"/>
      <pc:docMkLst>
        <pc:docMk/>
      </pc:docMkLst>
      <pc:sldChg chg="addSp delSp modSp">
        <pc:chgData name="Oliver Kandir" userId="d01d181f4dc9f2bb" providerId="Windows Live" clId="Web-{D39DE117-4A22-4BC8-9EF0-14EA884D065E}" dt="2026-09-24T06:56:02.082" v="183" actId="20577"/>
        <pc:sldMkLst>
          <pc:docMk/>
          <pc:sldMk cId="2480525317" sldId="256"/>
        </pc:sldMkLst>
        <pc:spChg chg="mod">
          <ac:chgData name="Oliver Kandir" userId="d01d181f4dc9f2bb" providerId="Windows Live" clId="Web-{D39DE117-4A22-4BC8-9EF0-14EA884D065E}" dt="2026-09-24T06:56:02.082" v="183" actId="20577"/>
          <ac:spMkLst>
            <pc:docMk/>
            <pc:sldMk cId="2480525317" sldId="256"/>
            <ac:spMk id="2" creationId="{D1DFAA46-5C1D-CC0F-1993-8A78D4E68A18}"/>
          </ac:spMkLst>
        </pc:spChg>
        <pc:spChg chg="mod">
          <ac:chgData name="Oliver Kandir" userId="d01d181f4dc9f2bb" providerId="Windows Live" clId="Web-{D39DE117-4A22-4BC8-9EF0-14EA884D065E}" dt="2026-09-24T05:54:11.866" v="34" actId="20577"/>
          <ac:spMkLst>
            <pc:docMk/>
            <pc:sldMk cId="2480525317" sldId="256"/>
            <ac:spMk id="3" creationId="{5ACEE30F-73E4-18D7-5CEC-E788CAFCE150}"/>
          </ac:spMkLst>
        </pc:spChg>
        <pc:spChg chg="add del mod">
          <ac:chgData name="Oliver Kandir" userId="d01d181f4dc9f2bb" providerId="Windows Live" clId="Web-{D39DE117-4A22-4BC8-9EF0-14EA884D065E}" dt="2026-09-24T05:32:26.865" v="1"/>
          <ac:spMkLst>
            <pc:docMk/>
            <pc:sldMk cId="2480525317" sldId="256"/>
            <ac:spMk id="5" creationId="{E26FCE69-9A58-CEDA-A37C-2AA4C005C32E}"/>
          </ac:spMkLst>
        </pc:spChg>
        <pc:spChg chg="add mod">
          <ac:chgData name="Oliver Kandir" userId="d01d181f4dc9f2bb" providerId="Windows Live" clId="Web-{D39DE117-4A22-4BC8-9EF0-14EA884D065E}" dt="2026-09-24T06:08:37.403" v="77" actId="14100"/>
          <ac:spMkLst>
            <pc:docMk/>
            <pc:sldMk cId="2480525317" sldId="256"/>
            <ac:spMk id="9" creationId="{2BF1298C-094D-8DE6-6F21-0D838CEE9A66}"/>
          </ac:spMkLst>
        </pc:spChg>
        <pc:spChg chg="add del">
          <ac:chgData name="Oliver Kandir" userId="d01d181f4dc9f2bb" providerId="Windows Live" clId="Web-{D39DE117-4A22-4BC8-9EF0-14EA884D065E}" dt="2026-09-24T06:15:50.429" v="90"/>
          <ac:spMkLst>
            <pc:docMk/>
            <pc:sldMk cId="2480525317" sldId="256"/>
            <ac:spMk id="11" creationId="{F5D5214F-1987-9C37-4749-B65465519094}"/>
          </ac:spMkLst>
        </pc:spChg>
        <pc:spChg chg="add mod">
          <ac:chgData name="Oliver Kandir" userId="d01d181f4dc9f2bb" providerId="Windows Live" clId="Web-{D39DE117-4A22-4BC8-9EF0-14EA884D065E}" dt="2026-09-24T06:55:11.299" v="180" actId="20577"/>
          <ac:spMkLst>
            <pc:docMk/>
            <pc:sldMk cId="2480525317" sldId="256"/>
            <ac:spMk id="12" creationId="{76023B69-A447-4FFC-C209-3C3DEC3B130F}"/>
          </ac:spMkLst>
        </pc:spChg>
        <pc:spChg chg="add del">
          <ac:chgData name="Oliver Kandir" userId="d01d181f4dc9f2bb" providerId="Windows Live" clId="Web-{D39DE117-4A22-4BC8-9EF0-14EA884D065E}" dt="2026-09-24T06:18:21.448" v="96"/>
          <ac:spMkLst>
            <pc:docMk/>
            <pc:sldMk cId="2480525317" sldId="256"/>
            <ac:spMk id="13" creationId="{910741ED-62DE-AA44-2E54-C7A4021006FD}"/>
          </ac:spMkLst>
        </pc:spChg>
        <pc:spChg chg="add del">
          <ac:chgData name="Oliver Kandir" userId="d01d181f4dc9f2bb" providerId="Windows Live" clId="Web-{D39DE117-4A22-4BC8-9EF0-14EA884D065E}" dt="2026-09-24T06:31:08.358" v="154"/>
          <ac:spMkLst>
            <pc:docMk/>
            <pc:sldMk cId="2480525317" sldId="256"/>
            <ac:spMk id="14" creationId="{BA2B26A4-3992-506F-6DA4-75C90A390630}"/>
          </ac:spMkLst>
        </pc:spChg>
        <pc:spChg chg="add mod">
          <ac:chgData name="Oliver Kandir" userId="d01d181f4dc9f2bb" providerId="Windows Live" clId="Web-{D39DE117-4A22-4BC8-9EF0-14EA884D065E}" dt="2026-09-24T06:32:27.703" v="161"/>
          <ac:spMkLst>
            <pc:docMk/>
            <pc:sldMk cId="2480525317" sldId="256"/>
            <ac:spMk id="15" creationId="{ACF8B477-9A6A-F892-2C2D-E1BA179D601B}"/>
          </ac:spMkLst>
        </pc:spChg>
        <pc:picChg chg="del">
          <ac:chgData name="Oliver Kandir" userId="d01d181f4dc9f2bb" providerId="Windows Live" clId="Web-{D39DE117-4A22-4BC8-9EF0-14EA884D065E}" dt="2026-09-24T05:30:44.394" v="0"/>
          <ac:picMkLst>
            <pc:docMk/>
            <pc:sldMk cId="2480525317" sldId="256"/>
            <ac:picMk id="6" creationId="{166FB4B5-C549-76FC-61BB-06ED9033E0C2}"/>
          </ac:picMkLst>
        </pc:picChg>
        <pc:picChg chg="add mod">
          <ac:chgData name="Oliver Kandir" userId="d01d181f4dc9f2bb" providerId="Windows Live" clId="Web-{D39DE117-4A22-4BC8-9EF0-14EA884D065E}" dt="2026-09-24T06:30:45.029" v="152" actId="1076"/>
          <ac:picMkLst>
            <pc:docMk/>
            <pc:sldMk cId="2480525317" sldId="256"/>
            <ac:picMk id="10" creationId="{EFEF466F-E27B-0FF1-7CCF-11250D68E6CF}"/>
          </ac:picMkLst>
        </pc:picChg>
        <pc:cxnChg chg="add del">
          <ac:chgData name="Oliver Kandir" userId="d01d181f4dc9f2bb" providerId="Windows Live" clId="Web-{D39DE117-4A22-4BC8-9EF0-14EA884D065E}" dt="2026-09-24T06:05:06.913" v="52"/>
          <ac:cxnSpMkLst>
            <pc:docMk/>
            <pc:sldMk cId="2480525317" sldId="256"/>
            <ac:cxnSpMk id="7" creationId="{F28CA322-2483-3F74-0BD9-0DBBD5509251}"/>
          </ac:cxnSpMkLst>
        </pc:cxnChg>
        <pc:cxnChg chg="add del">
          <ac:chgData name="Oliver Kandir" userId="d01d181f4dc9f2bb" providerId="Windows Live" clId="Web-{D39DE117-4A22-4BC8-9EF0-14EA884D065E}" dt="2026-09-24T06:06:49.541" v="54"/>
          <ac:cxnSpMkLst>
            <pc:docMk/>
            <pc:sldMk cId="2480525317" sldId="256"/>
            <ac:cxnSpMk id="8" creationId="{1F2E6046-EB18-A837-740F-92641CB831E0}"/>
          </ac:cxnSpMkLst>
        </pc:cxnChg>
      </pc:sldChg>
      <pc:sldChg chg="addSp delSp modSp new mod chgLayout">
        <pc:chgData name="Oliver Kandir" userId="d01d181f4dc9f2bb" providerId="Windows Live" clId="Web-{D39DE117-4A22-4BC8-9EF0-14EA884D065E}" dt="2026-09-24T07:31:18.040" v="363"/>
        <pc:sldMkLst>
          <pc:docMk/>
          <pc:sldMk cId="2711593945" sldId="257"/>
        </pc:sldMkLst>
        <pc:spChg chg="mod ord">
          <ac:chgData name="Oliver Kandir" userId="d01d181f4dc9f2bb" providerId="Windows Live" clId="Web-{D39DE117-4A22-4BC8-9EF0-14EA884D065E}" dt="2026-09-24T07:30:59.102" v="362"/>
          <ac:spMkLst>
            <pc:docMk/>
            <pc:sldMk cId="2711593945" sldId="257"/>
            <ac:spMk id="2" creationId="{3D2EFB1A-6E3D-B73B-B4FB-4C00B5644676}"/>
          </ac:spMkLst>
        </pc:spChg>
        <pc:spChg chg="del">
          <ac:chgData name="Oliver Kandir" userId="d01d181f4dc9f2bb" providerId="Windows Live" clId="Web-{D39DE117-4A22-4BC8-9EF0-14EA884D065E}" dt="2026-09-24T06:38:06.274" v="163"/>
          <ac:spMkLst>
            <pc:docMk/>
            <pc:sldMk cId="2711593945" sldId="257"/>
            <ac:spMk id="3" creationId="{188B63E8-7948-2C77-CE20-586644F6AE3C}"/>
          </ac:spMkLst>
        </pc:spChg>
        <pc:spChg chg="add mod">
          <ac:chgData name="Oliver Kandir" userId="d01d181f4dc9f2bb" providerId="Windows Live" clId="Web-{D39DE117-4A22-4BC8-9EF0-14EA884D065E}" dt="2026-09-24T07:29:06.740" v="357" actId="14100"/>
          <ac:spMkLst>
            <pc:docMk/>
            <pc:sldMk cId="2711593945" sldId="257"/>
            <ac:spMk id="4" creationId="{B5311EE4-A35B-512E-B000-D6DE530C982D}"/>
          </ac:spMkLst>
        </pc:spChg>
        <pc:spChg chg="add mod">
          <ac:chgData name="Oliver Kandir" userId="d01d181f4dc9f2bb" providerId="Windows Live" clId="Web-{D39DE117-4A22-4BC8-9EF0-14EA884D065E}" dt="2026-09-24T07:31:18.040" v="363"/>
          <ac:spMkLst>
            <pc:docMk/>
            <pc:sldMk cId="2711593945" sldId="257"/>
            <ac:spMk id="5" creationId="{0D9AC990-9E01-2405-D979-A6E5F68218D5}"/>
          </ac:spMkLst>
        </pc:spChg>
      </pc:sldChg>
      <pc:sldChg chg="modSp add replId">
        <pc:chgData name="Oliver Kandir" userId="d01d181f4dc9f2bb" providerId="Windows Live" clId="Web-{D39DE117-4A22-4BC8-9EF0-14EA884D065E}" dt="2026-09-24T07:51:16.100" v="467" actId="20577"/>
        <pc:sldMkLst>
          <pc:docMk/>
          <pc:sldMk cId="3713947366" sldId="258"/>
        </pc:sldMkLst>
        <pc:spChg chg="mod">
          <ac:chgData name="Oliver Kandir" userId="d01d181f4dc9f2bb" providerId="Windows Live" clId="Web-{D39DE117-4A22-4BC8-9EF0-14EA884D065E}" dt="2026-09-24T07:36:10.266" v="368" actId="20577"/>
          <ac:spMkLst>
            <pc:docMk/>
            <pc:sldMk cId="3713947366" sldId="258"/>
            <ac:spMk id="2" creationId="{9E20084D-2C67-6D79-EA62-7B2BC5EFE98D}"/>
          </ac:spMkLst>
        </pc:spChg>
        <pc:spChg chg="mod">
          <ac:chgData name="Oliver Kandir" userId="d01d181f4dc9f2bb" providerId="Windows Live" clId="Web-{D39DE117-4A22-4BC8-9EF0-14EA884D065E}" dt="2026-09-24T07:51:16.100" v="467" actId="20577"/>
          <ac:spMkLst>
            <pc:docMk/>
            <pc:sldMk cId="3713947366" sldId="258"/>
            <ac:spMk id="4" creationId="{C9257A9F-F8CA-BAA5-6525-882C17A2CD2E}"/>
          </ac:spMkLst>
        </pc:spChg>
      </pc:sldChg>
      <pc:sldChg chg="new del">
        <pc:chgData name="Oliver Kandir" userId="d01d181f4dc9f2bb" providerId="Windows Live" clId="Web-{D39DE117-4A22-4BC8-9EF0-14EA884D065E}" dt="2026-09-24T07:51:32.382" v="469"/>
        <pc:sldMkLst>
          <pc:docMk/>
          <pc:sldMk cId="896778656" sldId="259"/>
        </pc:sldMkLst>
      </pc:sldChg>
      <pc:sldChg chg="addSp delSp modSp new">
        <pc:chgData name="Oliver Kandir" userId="d01d181f4dc9f2bb" providerId="Windows Live" clId="Web-{D39DE117-4A22-4BC8-9EF0-14EA884D065E}" dt="2026-09-24T08:01:34.334" v="519" actId="14100"/>
        <pc:sldMkLst>
          <pc:docMk/>
          <pc:sldMk cId="3509938903" sldId="259"/>
        </pc:sldMkLst>
        <pc:spChg chg="del">
          <ac:chgData name="Oliver Kandir" userId="d01d181f4dc9f2bb" providerId="Windows Live" clId="Web-{D39DE117-4A22-4BC8-9EF0-14EA884D065E}" dt="2026-09-24T07:52:10.633" v="471"/>
          <ac:spMkLst>
            <pc:docMk/>
            <pc:sldMk cId="3509938903" sldId="259"/>
            <ac:spMk id="2" creationId="{B98CFE72-6D5D-C886-BAFA-F388C037E313}"/>
          </ac:spMkLst>
        </pc:spChg>
        <pc:spChg chg="del">
          <ac:chgData name="Oliver Kandir" userId="d01d181f4dc9f2bb" providerId="Windows Live" clId="Web-{D39DE117-4A22-4BC8-9EF0-14EA884D065E}" dt="2026-09-24T08:01:07.208" v="511"/>
          <ac:spMkLst>
            <pc:docMk/>
            <pc:sldMk cId="3509938903" sldId="259"/>
            <ac:spMk id="3" creationId="{968B08F2-BCD0-BDC5-0AC6-E30F7AC592A8}"/>
          </ac:spMkLst>
        </pc:spChg>
        <pc:spChg chg="add del">
          <ac:chgData name="Oliver Kandir" userId="d01d181f4dc9f2bb" providerId="Windows Live" clId="Web-{D39DE117-4A22-4BC8-9EF0-14EA884D065E}" dt="2026-09-24T07:55:49.341" v="473"/>
          <ac:spMkLst>
            <pc:docMk/>
            <pc:sldMk cId="3509938903" sldId="259"/>
            <ac:spMk id="4" creationId="{488A01C4-39F6-AE5A-87A4-7F35C43FBE58}"/>
          </ac:spMkLst>
        </pc:spChg>
        <pc:spChg chg="add mod">
          <ac:chgData name="Oliver Kandir" userId="d01d181f4dc9f2bb" providerId="Windows Live" clId="Web-{D39DE117-4A22-4BC8-9EF0-14EA884D065E}" dt="2026-09-24T07:57:03.968" v="510" actId="20577"/>
          <ac:spMkLst>
            <pc:docMk/>
            <pc:sldMk cId="3509938903" sldId="259"/>
            <ac:spMk id="5" creationId="{60598718-A65E-6348-6145-7568EEAB2067}"/>
          </ac:spMkLst>
        </pc:spChg>
        <pc:picChg chg="add mod ord">
          <ac:chgData name="Oliver Kandir" userId="d01d181f4dc9f2bb" providerId="Windows Live" clId="Web-{D39DE117-4A22-4BC8-9EF0-14EA884D065E}" dt="2026-09-24T08:01:34.334" v="519" actId="14100"/>
          <ac:picMkLst>
            <pc:docMk/>
            <pc:sldMk cId="3509938903" sldId="259"/>
            <ac:picMk id="6" creationId="{E0D2E6F1-6571-1D14-2840-6D6C13A0E6CE}"/>
          </ac:picMkLst>
        </pc:picChg>
      </pc:sldChg>
      <pc:sldChg chg="modSp add replId">
        <pc:chgData name="Oliver Kandir" userId="d01d181f4dc9f2bb" providerId="Windows Live" clId="Web-{D39DE117-4A22-4BC8-9EF0-14EA884D065E}" dt="2026-09-24T08:09:16.361" v="527" actId="20577"/>
        <pc:sldMkLst>
          <pc:docMk/>
          <pc:sldMk cId="4228572016" sldId="260"/>
        </pc:sldMkLst>
        <pc:spChg chg="mod">
          <ac:chgData name="Oliver Kandir" userId="d01d181f4dc9f2bb" providerId="Windows Live" clId="Web-{D39DE117-4A22-4BC8-9EF0-14EA884D065E}" dt="2026-09-24T08:09:16.361" v="527" actId="20577"/>
          <ac:spMkLst>
            <pc:docMk/>
            <pc:sldMk cId="4228572016" sldId="260"/>
            <ac:spMk id="5" creationId="{C2E01DB5-ACDB-E7D8-6577-B6C3AC6F5CE7}"/>
          </ac:spMkLst>
        </pc:spChg>
      </pc:sldChg>
    </pc:docChg>
  </pc:docChgLst>
  <pc:docChgLst>
    <pc:chgData name="Oliver Kandir" userId="d01d181f4dc9f2bb" providerId="Windows Live" clId="Web-{6EABCF49-9C6A-4F9E-A9FD-E6E74F16F254}"/>
    <pc:docChg chg="addSld delSld modSld">
      <pc:chgData name="Oliver Kandir" userId="d01d181f4dc9f2bb" providerId="Windows Live" clId="Web-{6EABCF49-9C6A-4F9E-A9FD-E6E74F16F254}" dt="2026-09-24T08:52:19.337" v="120" actId="20577"/>
      <pc:docMkLst>
        <pc:docMk/>
      </pc:docMkLst>
      <pc:sldChg chg="addSp delSp modSp">
        <pc:chgData name="Oliver Kandir" userId="d01d181f4dc9f2bb" providerId="Windows Live" clId="Web-{6EABCF49-9C6A-4F9E-A9FD-E6E74F16F254}" dt="2026-09-24T08:34:37.466" v="54" actId="14100"/>
        <pc:sldMkLst>
          <pc:docMk/>
          <pc:sldMk cId="3509938903" sldId="259"/>
        </pc:sldMkLst>
        <pc:spChg chg="add del mod">
          <ac:chgData name="Oliver Kandir" userId="d01d181f4dc9f2bb" providerId="Windows Live" clId="Web-{6EABCF49-9C6A-4F9E-A9FD-E6E74F16F254}" dt="2026-09-24T08:34:32.435" v="52"/>
          <ac:spMkLst>
            <pc:docMk/>
            <pc:sldMk cId="3509938903" sldId="259"/>
            <ac:spMk id="3" creationId="{35D8F6C3-4DCE-1FA3-9A94-C2D42C09CA24}"/>
          </ac:spMkLst>
        </pc:spChg>
        <pc:picChg chg="add mod ord">
          <ac:chgData name="Oliver Kandir" userId="d01d181f4dc9f2bb" providerId="Windows Live" clId="Web-{6EABCF49-9C6A-4F9E-A9FD-E6E74F16F254}" dt="2026-09-24T08:34:37.466" v="54" actId="14100"/>
          <ac:picMkLst>
            <pc:docMk/>
            <pc:sldMk cId="3509938903" sldId="259"/>
            <ac:picMk id="4" creationId="{D21A59BB-6B89-AD9E-B621-8340E1A29AFB}"/>
          </ac:picMkLst>
        </pc:picChg>
        <pc:picChg chg="del">
          <ac:chgData name="Oliver Kandir" userId="d01d181f4dc9f2bb" providerId="Windows Live" clId="Web-{6EABCF49-9C6A-4F9E-A9FD-E6E74F16F254}" dt="2026-09-24T08:34:22.466" v="51"/>
          <ac:picMkLst>
            <pc:docMk/>
            <pc:sldMk cId="3509938903" sldId="259"/>
            <ac:picMk id="6" creationId="{E0D2E6F1-6571-1D14-2840-6D6C13A0E6CE}"/>
          </ac:picMkLst>
        </pc:picChg>
      </pc:sldChg>
      <pc:sldChg chg="addSp delSp modSp">
        <pc:chgData name="Oliver Kandir" userId="d01d181f4dc9f2bb" providerId="Windows Live" clId="Web-{6EABCF49-9C6A-4F9E-A9FD-E6E74F16F254}" dt="2026-09-24T08:45:08.170" v="60" actId="1076"/>
        <pc:sldMkLst>
          <pc:docMk/>
          <pc:sldMk cId="4228572016" sldId="260"/>
        </pc:sldMkLst>
        <pc:spChg chg="add del mod">
          <ac:chgData name="Oliver Kandir" userId="d01d181f4dc9f2bb" providerId="Windows Live" clId="Web-{6EABCF49-9C6A-4F9E-A9FD-E6E74F16F254}" dt="2026-09-24T08:25:16.014" v="16"/>
          <ac:spMkLst>
            <pc:docMk/>
            <pc:sldMk cId="4228572016" sldId="260"/>
            <ac:spMk id="3" creationId="{AD462527-15D5-FE53-937F-9D8C7D424B6F}"/>
          </ac:spMkLst>
        </pc:spChg>
        <pc:spChg chg="mod">
          <ac:chgData name="Oliver Kandir" userId="d01d181f4dc9f2bb" providerId="Windows Live" clId="Web-{6EABCF49-9C6A-4F9E-A9FD-E6E74F16F254}" dt="2026-09-24T08:10:50.041" v="14" actId="20577"/>
          <ac:spMkLst>
            <pc:docMk/>
            <pc:sldMk cId="4228572016" sldId="260"/>
            <ac:spMk id="5" creationId="{C2E01DB5-ACDB-E7D8-6577-B6C3AC6F5CE7}"/>
          </ac:spMkLst>
        </pc:spChg>
        <pc:spChg chg="add mod">
          <ac:chgData name="Oliver Kandir" userId="d01d181f4dc9f2bb" providerId="Windows Live" clId="Web-{6EABCF49-9C6A-4F9E-A9FD-E6E74F16F254}" dt="2026-09-24T08:45:08.123" v="59" actId="20577"/>
          <ac:spMkLst>
            <pc:docMk/>
            <pc:sldMk cId="4228572016" sldId="260"/>
            <ac:spMk id="7" creationId="{1D780CB4-319D-C875-20BC-CC14A6AB168C}"/>
          </ac:spMkLst>
        </pc:spChg>
        <pc:picChg chg="add mod ord">
          <ac:chgData name="Oliver Kandir" userId="d01d181f4dc9f2bb" providerId="Windows Live" clId="Web-{6EABCF49-9C6A-4F9E-A9FD-E6E74F16F254}" dt="2026-09-24T08:45:08.170" v="60" actId="1076"/>
          <ac:picMkLst>
            <pc:docMk/>
            <pc:sldMk cId="4228572016" sldId="260"/>
            <ac:picMk id="4" creationId="{36BE46B6-F2C1-415D-9382-7482A78E0A45}"/>
          </ac:picMkLst>
        </pc:picChg>
        <pc:picChg chg="del">
          <ac:chgData name="Oliver Kandir" userId="d01d181f4dc9f2bb" providerId="Windows Live" clId="Web-{6EABCF49-9C6A-4F9E-A9FD-E6E74F16F254}" dt="2026-09-24T08:10:54.260" v="15"/>
          <ac:picMkLst>
            <pc:docMk/>
            <pc:sldMk cId="4228572016" sldId="260"/>
            <ac:picMk id="6" creationId="{0BB5D709-C3E2-CDDF-0BA7-E00283D0565E}"/>
          </ac:picMkLst>
        </pc:picChg>
      </pc:sldChg>
      <pc:sldChg chg="addSp delSp modSp new">
        <pc:chgData name="Oliver Kandir" userId="d01d181f4dc9f2bb" providerId="Windows Live" clId="Web-{6EABCF49-9C6A-4F9E-A9FD-E6E74F16F254}" dt="2026-09-24T08:52:19.337" v="120" actId="20577"/>
        <pc:sldMkLst>
          <pc:docMk/>
          <pc:sldMk cId="506310533" sldId="261"/>
        </pc:sldMkLst>
        <pc:spChg chg="mod">
          <ac:chgData name="Oliver Kandir" userId="d01d181f4dc9f2bb" providerId="Windows Live" clId="Web-{6EABCF49-9C6A-4F9E-A9FD-E6E74F16F254}" dt="2026-09-24T08:52:19.337" v="120" actId="20577"/>
          <ac:spMkLst>
            <pc:docMk/>
            <pc:sldMk cId="506310533" sldId="261"/>
            <ac:spMk id="2" creationId="{3BA750F3-2421-81C5-4542-D808C0209494}"/>
          </ac:spMkLst>
        </pc:spChg>
        <pc:spChg chg="del mod">
          <ac:chgData name="Oliver Kandir" userId="d01d181f4dc9f2bb" providerId="Windows Live" clId="Web-{6EABCF49-9C6A-4F9E-A9FD-E6E74F16F254}" dt="2026-09-24T08:30:08.007" v="32"/>
          <ac:spMkLst>
            <pc:docMk/>
            <pc:sldMk cId="506310533" sldId="261"/>
            <ac:spMk id="3" creationId="{D875DCA5-03DC-6153-E590-9C61BDD0D6CA}"/>
          </ac:spMkLst>
        </pc:spChg>
        <pc:spChg chg="add del mod">
          <ac:chgData name="Oliver Kandir" userId="d01d181f4dc9f2bb" providerId="Windows Live" clId="Web-{6EABCF49-9C6A-4F9E-A9FD-E6E74F16F254}" dt="2026-09-24T08:32:28.011" v="36"/>
          <ac:spMkLst>
            <pc:docMk/>
            <pc:sldMk cId="506310533" sldId="261"/>
            <ac:spMk id="6" creationId="{3858C84B-7668-0507-8D5B-3D5D2C2898F9}"/>
          </ac:spMkLst>
        </pc:spChg>
        <pc:picChg chg="add del mod ord">
          <ac:chgData name="Oliver Kandir" userId="d01d181f4dc9f2bb" providerId="Windows Live" clId="Web-{6EABCF49-9C6A-4F9E-A9FD-E6E74F16F254}" dt="2026-09-24T08:32:17.682" v="35"/>
          <ac:picMkLst>
            <pc:docMk/>
            <pc:sldMk cId="506310533" sldId="261"/>
            <ac:picMk id="4" creationId="{7F673711-D0CA-11A7-EB25-92323E4AEFEA}"/>
          </ac:picMkLst>
        </pc:picChg>
        <pc:picChg chg="add mod ord">
          <ac:chgData name="Oliver Kandir" userId="d01d181f4dc9f2bb" providerId="Windows Live" clId="Web-{6EABCF49-9C6A-4F9E-A9FD-E6E74F16F254}" dt="2026-09-24T08:33:40.840" v="50" actId="1076"/>
          <ac:picMkLst>
            <pc:docMk/>
            <pc:sldMk cId="506310533" sldId="261"/>
            <ac:picMk id="7" creationId="{215288EA-073E-1102-C079-B2A6BB97ECBA}"/>
          </ac:picMkLst>
        </pc:picChg>
        <pc:picChg chg="add del mod">
          <ac:chgData name="Oliver Kandir" userId="d01d181f4dc9f2bb" providerId="Windows Live" clId="Web-{6EABCF49-9C6A-4F9E-A9FD-E6E74F16F254}" dt="2026-09-24T08:32:49.636" v="41"/>
          <ac:picMkLst>
            <pc:docMk/>
            <pc:sldMk cId="506310533" sldId="261"/>
            <ac:picMk id="9" creationId="{A28768D4-379B-5A47-DEE9-6CE3A254097C}"/>
          </ac:picMkLst>
        </pc:picChg>
        <pc:picChg chg="add mod">
          <ac:chgData name="Oliver Kandir" userId="d01d181f4dc9f2bb" providerId="Windows Live" clId="Web-{6EABCF49-9C6A-4F9E-A9FD-E6E74F16F254}" dt="2026-09-24T08:45:38.718" v="61" actId="14100"/>
          <ac:picMkLst>
            <pc:docMk/>
            <pc:sldMk cId="506310533" sldId="261"/>
            <ac:picMk id="10" creationId="{6A5720FE-CA15-F937-C7B6-72535900A1C5}"/>
          </ac:picMkLst>
        </pc:picChg>
      </pc:sldChg>
      <pc:sldChg chg="add del">
        <pc:chgData name="Oliver Kandir" userId="d01d181f4dc9f2bb" providerId="Windows Live" clId="Web-{6EABCF49-9C6A-4F9E-A9FD-E6E74F16F254}" dt="2026-09-24T08:32:55.589" v="42"/>
        <pc:sldMkLst>
          <pc:docMk/>
          <pc:sldMk cId="333394259" sldId="262"/>
        </pc:sldMkLst>
      </pc:sldChg>
    </pc:docChg>
  </pc:docChgLst>
  <pc:docChgLst>
    <pc:chgData clId="Web-{85FF1139-44E9-4376-9FF3-3C4CB840566D}"/>
    <pc:docChg chg="addSld">
      <pc:chgData name="" userId="" providerId="" clId="Web-{85FF1139-44E9-4376-9FF3-3C4CB840566D}" dt="2026-09-24T08:57:27.920" v="0"/>
      <pc:docMkLst>
        <pc:docMk/>
      </pc:docMkLst>
      <pc:sldChg chg="add replId">
        <pc:chgData name="" userId="" providerId="" clId="Web-{85FF1139-44E9-4376-9FF3-3C4CB840566D}" dt="2026-09-24T08:57:27.920" v="0"/>
        <pc:sldMkLst>
          <pc:docMk/>
          <pc:sldMk cId="1306444498" sldId="262"/>
        </pc:sldMkLst>
      </pc:sldChg>
    </pc:docChg>
  </pc:docChgLst>
  <pc:docChgLst>
    <pc:chgData name="Oliver Kandir" userId="d01d181f4dc9f2bb" providerId="Windows Live" clId="Web-{F79DD998-EC33-4FDC-975E-9CC2391D618F}"/>
    <pc:docChg chg="modSld">
      <pc:chgData name="Oliver Kandir" userId="d01d181f4dc9f2bb" providerId="Windows Live" clId="Web-{F79DD998-EC33-4FDC-975E-9CC2391D618F}" dt="2026-09-24T18:36:04.747" v="4" actId="14100"/>
      <pc:docMkLst>
        <pc:docMk/>
      </pc:docMkLst>
      <pc:sldChg chg="modSp">
        <pc:chgData name="Oliver Kandir" userId="d01d181f4dc9f2bb" providerId="Windows Live" clId="Web-{F79DD998-EC33-4FDC-975E-9CC2391D618F}" dt="2026-09-24T18:36:04.747" v="4" actId="14100"/>
        <pc:sldMkLst>
          <pc:docMk/>
          <pc:sldMk cId="4273755970" sldId="273"/>
        </pc:sldMkLst>
        <pc:spChg chg="mod">
          <ac:chgData name="Oliver Kandir" userId="d01d181f4dc9f2bb" providerId="Windows Live" clId="Web-{F79DD998-EC33-4FDC-975E-9CC2391D618F}" dt="2026-09-24T18:36:04.747" v="4" actId="14100"/>
          <ac:spMkLst>
            <pc:docMk/>
            <pc:sldMk cId="4273755970" sldId="273"/>
            <ac:spMk id="4" creationId="{C9C46311-7446-7DDF-E6ED-5438F204D7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300" y="-429"/>
            <a:ext cx="7142987" cy="6858429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5067300" y="4571999"/>
            <a:ext cx="7140054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F2F4EA-388B-424B-AC17-965C10DAF675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08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ACF9F-8FDB-4ADC-A9FD-4B179047B36A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4AF38C-0923-462D-8E8F-DFB1FB3CD655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73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531B838-A2A1-4E5F-8CE5-ED5C785421C8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4355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B369E90C-83BE-474F-8867-84D9D4BA9A64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0157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B5CA67-94ED-4C14-9B73-CCE5A85B4E93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10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23C116-3055-4F7F-9A49-EB260F9EF6F6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1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A5EF91-D53E-428D-B2CB-7C1F753E44DB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02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772400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4EA7F42-44CA-4E2D-BE54-54E50F1A95AA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F6D2C8-34B4-4D49-8BA1-BACB1E5E91D7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11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FA98E2-6F7F-4A51-8E1F-EB59A50F0269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0BB71E-4F8F-41C0-A92F-F3C4EFE8AC7B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3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3436-5FD3-4DBA-BA14-7BB2834C5EC5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3D6C-C357-4A18-98FF-C5DAE1A10B46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8E0B-8A0C-48E4-ADBA-2AC6A8CE7CBF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CCA7-F1A7-4374-A53E-DDBF6669B4DA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4E53C8-4441-4494-9A33-9A60A8C010FF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85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27853E-A83C-4AE4-BB8D-D1C2F70D8524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91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DAA-674F-41A5-9B7A-63B7C6B4BF31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5508136-2BE5-4DEB-BFFF-CA82AE75DA81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907A-57F4-4BE4-B9CF-66B2A48FC3D2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5247320" cy="64003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8C0C47F-6992-403B-A8BD-DAD08522434F}" type="datetime2">
              <a:rPr lang="en-US" smtClean="0"/>
              <a:t>Thursday, September 24, 2026</a:t>
            </a:fld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3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922008" y="6400799"/>
            <a:ext cx="5269988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5440680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28336-AE7A-4C2D-0270-493DC7303B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5440680" cy="40050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22008" y="-1"/>
            <a:ext cx="5269992" cy="640036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75CBF-C3DD-595A-4D09-0BDBE3A2010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EE2BF70-051F-4182-B873-1FBEE890188B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4C584-842E-9FEF-D13D-CAA866F0BF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B29163A-D4FD-4B13-B760-29FEA46D26A0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F31E3F0-C597-454C-9C6A-C05C00896517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21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4C03E46-357C-41AA-B644-5D238512659D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33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7317806-C1A4-4898-A392-58092F2DAC1E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EBE550A-BFEE-40D6-A0EE-F4BD2148E98A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166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F60DE63-5C97-4D17-AD5B-559BE78F8C6E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0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945630" y="6401228"/>
            <a:ext cx="5246366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1CEA-5D85-42AB-95DF-BF2F02172CA4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51AB-126F-4C4D-9C0D-9B9B07DC1CFA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578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B0D61-5867-4B60-96C2-F34431D24F0C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365B4-2BDD-42A8-8AD0-4FD66D3F5C4E}" type="datetime2">
              <a:rPr lang="en-US" smtClean="0"/>
              <a:t>Thursday, September 24,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87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042AE0-E8A0-4C07-BDCE-3F5EAB477031}" type="datetime2">
              <a:rPr lang="en-US" smtClean="0"/>
              <a:t>Thursday, September 24,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34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8D1234-C791-4FA0-B7BF-3B97E1AFD349}" type="datetime2">
              <a:rPr lang="en-US" smtClean="0"/>
              <a:t>Thursday, September 24,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799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99FD6B-A98A-41CE-AE80-E9BFC922155F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323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A27B-DA16-4786-8944-4B1CF34905EE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459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A190-1DE0-42AE-81F7-BAE9BB470D89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282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0A192-F923-4AB4-BDCC-6ACB26A0AAAE}" type="datetime2">
              <a:rPr lang="en-US" smtClean="0"/>
              <a:t>Thursday, September 24, 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647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769460-8E62-40CA-83A8-CB830C3D7F18}" type="datetime2">
              <a:rPr lang="en-US" smtClean="0"/>
              <a:t>Thursday, September 24, 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7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9BF413-3F81-4C14-A195-E47B863670C3}" type="datetime2">
              <a:rPr lang="en-US" smtClean="0"/>
              <a:t>Thursday, September 24, 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058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CE8AB-DD53-DE37-0172-0F4C2D9FEBD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020824"/>
            <a:ext cx="5075237" cy="411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467A339-2191-25DF-DA14-F9F1C27E8EB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0813" y="2020824"/>
            <a:ext cx="5075237" cy="411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486C-F518-4593-A9F9-71F14C909BBB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D0ED8F7-2A3F-80A9-EF90-A2A4073C69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020888"/>
            <a:ext cx="507365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D723F4E-0022-57BD-B68A-67BA6188174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0813" y="2020888"/>
            <a:ext cx="507523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DDA2C-4D95-4DB6-BF4A-4F688D05F62F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4565-505C-457E-BFE9-7CA5ED3C51C4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EFDC-6A75-4D73-91E7-2ECC26E96D93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2"/>
            <a:ext cx="3309608" cy="38245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58207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072B-0F30-4743-AD00-90BD7F92FC91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FF1A8-4BF9-4B7D-9A44-0F91B76D49BD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7636FB-A6BA-4E3C-9023-5FBFE4689724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FE3FE3-B74C-4213-AB2F-60F99F3419C3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39174FB3-ACF6-4A9B-9D1F-91EEB8A6966E}" type="datetime2">
              <a:rPr lang="en-US" smtClean="0"/>
              <a:t>Thursday, September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662" r:id="rId2"/>
    <p:sldLayoutId id="2147483788" r:id="rId3"/>
    <p:sldLayoutId id="2147483792" r:id="rId4"/>
    <p:sldLayoutId id="2147483785" r:id="rId5"/>
    <p:sldLayoutId id="2147483781" r:id="rId6"/>
    <p:sldLayoutId id="2147483783" r:id="rId7"/>
    <p:sldLayoutId id="2147483784" r:id="rId8"/>
    <p:sldLayoutId id="2147483729" r:id="rId9"/>
    <p:sldLayoutId id="2147483810" r:id="rId10"/>
    <p:sldLayoutId id="2147483716" r:id="rId11"/>
    <p:sldLayoutId id="2147483841" r:id="rId12"/>
    <p:sldLayoutId id="2147483679" r:id="rId13"/>
    <p:sldLayoutId id="2147483680" r:id="rId14"/>
    <p:sldLayoutId id="2147483681" r:id="rId15"/>
    <p:sldLayoutId id="2147483778" r:id="rId16"/>
    <p:sldLayoutId id="2147483797" r:id="rId17"/>
    <p:sldLayoutId id="2147483794" r:id="rId18"/>
    <p:sldLayoutId id="2147483690" r:id="rId19"/>
    <p:sldLayoutId id="2147483707" r:id="rId20"/>
    <p:sldLayoutId id="2147483708" r:id="rId21"/>
    <p:sldLayoutId id="2147483848" r:id="rId22"/>
    <p:sldLayoutId id="2147483849" r:id="rId23"/>
    <p:sldLayoutId id="2147483694" r:id="rId24"/>
    <p:sldLayoutId id="2147483803" r:id="rId25"/>
    <p:sldLayoutId id="2147483824" r:id="rId26"/>
    <p:sldLayoutId id="2147483770" r:id="rId27"/>
    <p:sldLayoutId id="2147483801" r:id="rId28"/>
    <p:sldLayoutId id="2147483808" r:id="rId29"/>
    <p:sldLayoutId id="2147483672" r:id="rId30"/>
    <p:sldLayoutId id="2147483804" r:id="rId31"/>
    <p:sldLayoutId id="2147483696" r:id="rId32"/>
    <p:sldLayoutId id="2147483845" r:id="rId33"/>
    <p:sldLayoutId id="2147483846" r:id="rId34"/>
    <p:sldLayoutId id="2147483847" r:id="rId35"/>
    <p:sldLayoutId id="2147483826" r:id="rId36"/>
    <p:sldLayoutId id="2147483775" r:id="rId37"/>
    <p:sldLayoutId id="2147483823" r:id="rId38"/>
    <p:sldLayoutId id="2147483842" r:id="rId39"/>
    <p:sldLayoutId id="2147483843" r:id="rId40"/>
    <p:sldLayoutId id="2147483844" r:id="rId41"/>
    <p:sldLayoutId id="2147483664" r:id="rId42"/>
    <p:sldLayoutId id="2147483665" r:id="rId43"/>
    <p:sldLayoutId id="2147483666" r:id="rId44"/>
    <p:sldLayoutId id="2147483667" r:id="rId45"/>
    <p:sldLayoutId id="2147483668" r:id="rId46"/>
    <p:sldLayoutId id="2147483669" r:id="rId47"/>
    <p:sldLayoutId id="2147483685" r:id="rId48"/>
    <p:sldLayoutId id="2147483730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liverKandir/LiteCast-Simulations-Cpp" TargetMode="Externa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AA46-5C1D-CC0F-1993-8A78D4E68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126373"/>
            <a:ext cx="5513832" cy="1725910"/>
          </a:xfrm>
        </p:spPr>
        <p:txBody>
          <a:bodyPr>
            <a:normAutofit fontScale="90000"/>
          </a:bodyPr>
          <a:lstStyle/>
          <a:p>
            <a:r>
              <a:rPr lang="en-US"/>
              <a:t>Litecast</a:t>
            </a:r>
            <a:br>
              <a:rPr lang="en-US"/>
            </a:br>
            <a:br>
              <a:rPr lang="en-US"/>
            </a:br>
            <a:r>
              <a:rPr lang="en-US" sz="2000" b="0">
                <a:ea typeface="+mj-lt"/>
                <a:cs typeface="+mj-lt"/>
              </a:rPr>
              <a:t>Flexible, Scalable and Uniform Local Data-Sharing in Real-Time</a:t>
            </a:r>
            <a:endParaRPr lang="en-US" sz="2000"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EE30F-73E4-18D7-5CEC-E788CAFCE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/>
              <a:t>Presentation by: </a:t>
            </a:r>
          </a:p>
          <a:p>
            <a:r>
              <a:rPr lang="en-US" sz="2400" err="1"/>
              <a:t>oliver</a:t>
            </a:r>
            <a:r>
              <a:rPr lang="en-US" sz="2400"/>
              <a:t> </a:t>
            </a:r>
            <a:r>
              <a:rPr lang="en-US" sz="2400" err="1"/>
              <a:t>kandir</a:t>
            </a:r>
            <a:r>
              <a:rPr lang="en-US" sz="2400"/>
              <a:t> (25cs06006)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F1298C-094D-8DE6-6F21-0D838CEE9A66}"/>
              </a:ext>
            </a:extLst>
          </p:cNvPr>
          <p:cNvSpPr/>
          <p:nvPr/>
        </p:nvSpPr>
        <p:spPr>
          <a:xfrm flipV="1">
            <a:off x="5708133" y="1769631"/>
            <a:ext cx="4564629" cy="203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EF466F-E27B-0FF1-7CCF-11250D68E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04" y="401595"/>
            <a:ext cx="4143138" cy="38820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023B69-A447-4FFC-C209-3C3DEC3B130F}"/>
              </a:ext>
            </a:extLst>
          </p:cNvPr>
          <p:cNvSpPr txBox="1"/>
          <p:nvPr/>
        </p:nvSpPr>
        <p:spPr>
          <a:xfrm>
            <a:off x="1238678" y="4781085"/>
            <a:ext cx="269681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Thesis Part-2</a:t>
            </a:r>
            <a:endParaRPr lang="en-US" sz="2400" dirty="0">
              <a:solidFill>
                <a:srgbClr val="000000"/>
              </a:solidFill>
            </a:endParaRPr>
          </a:p>
          <a:p>
            <a:pPr algn="ctr"/>
            <a:endParaRPr lang="en-US" sz="2400" dirty="0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Mid-Term Project Evaluation</a:t>
            </a:r>
            <a:endParaRPr lang="en-US"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F8B477-9A6A-F892-2C2D-E1BA179D601B}"/>
              </a:ext>
            </a:extLst>
          </p:cNvPr>
          <p:cNvSpPr/>
          <p:nvPr/>
        </p:nvSpPr>
        <p:spPr>
          <a:xfrm>
            <a:off x="1234459" y="5316545"/>
            <a:ext cx="2702179" cy="61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52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FB1A-6E3D-B73B-B4FB-4C00B564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951" y="673608"/>
            <a:ext cx="3734788" cy="712986"/>
          </a:xfr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Work Done So Far</a:t>
            </a:r>
            <a:endParaRPr lang="en-US">
              <a:solidFill>
                <a:schemeClr val="accent4">
                  <a:lumMod val="76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11EE4-A35B-512E-B000-D6DE530C982D}"/>
              </a:ext>
            </a:extLst>
          </p:cNvPr>
          <p:cNvSpPr txBox="1"/>
          <p:nvPr/>
        </p:nvSpPr>
        <p:spPr>
          <a:xfrm>
            <a:off x="607254" y="1877896"/>
            <a:ext cx="11137944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Developed a simulation to study, verify, and improve the working of </a:t>
            </a:r>
            <a:r>
              <a:rPr lang="en-US" sz="2400" dirty="0" err="1">
                <a:ea typeface="+mn-lt"/>
                <a:cs typeface="+mn-lt"/>
              </a:rPr>
              <a:t>LiteCast</a:t>
            </a:r>
            <a:r>
              <a:rPr lang="en-US" sz="2400" dirty="0">
                <a:ea typeface="+mn-lt"/>
                <a:cs typeface="+mn-lt"/>
              </a:rPr>
              <a:t>. </a:t>
            </a:r>
            <a:endParaRPr lang="en-US" sz="240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Identified problems in the current implementation of </a:t>
            </a:r>
            <a:r>
              <a:rPr lang="en-US" sz="2400" dirty="0" err="1">
                <a:ea typeface="+mn-lt"/>
                <a:cs typeface="+mn-lt"/>
              </a:rPr>
              <a:t>LiteCast</a:t>
            </a:r>
            <a:r>
              <a:rPr lang="en-US" sz="2400" dirty="0">
                <a:ea typeface="+mn-lt"/>
                <a:cs typeface="+mn-lt"/>
              </a:rPr>
              <a:t>. </a:t>
            </a:r>
            <a:endParaRPr lang="en-US" sz="240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Proposed solutions to address the identified problems.</a:t>
            </a:r>
            <a:endParaRPr lang="en-US" sz="2400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9AC990-9E01-2405-D979-A6E5F68218D5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93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6E12-606D-7BCE-C149-6A12ADA1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0084D-2C67-6D79-EA62-7B2BC5EF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951" y="673608"/>
            <a:ext cx="3734788" cy="712986"/>
          </a:xfr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Simulation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57A9F-F8CA-BAA5-6525-882C17A2CD2E}"/>
              </a:ext>
            </a:extLst>
          </p:cNvPr>
          <p:cNvSpPr txBox="1"/>
          <p:nvPr/>
        </p:nvSpPr>
        <p:spPr>
          <a:xfrm>
            <a:off x="607254" y="1877896"/>
            <a:ext cx="10983485" cy="2199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Implemented in C++ based on the details provided in the original paper. 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Simulation code and results are publicly available on GitHub. 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The obtained results resemble the results reported in the paper.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8D3675-E09D-F7A5-3AA6-28B1D143136E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75185-EFB7-4583-53C6-DA568BDA78C8}"/>
              </a:ext>
            </a:extLst>
          </p:cNvPr>
          <p:cNvSpPr txBox="1"/>
          <p:nvPr/>
        </p:nvSpPr>
        <p:spPr>
          <a:xfrm>
            <a:off x="814272" y="4526800"/>
            <a:ext cx="95228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Repository Link: </a:t>
            </a:r>
            <a:r>
              <a:rPr lang="en-US" dirty="0" err="1">
                <a:ea typeface="+mn-lt"/>
                <a:cs typeface="+mn-lt"/>
                <a:hlinkClick r:id="rId2"/>
              </a:rPr>
              <a:t>OliverKandir</a:t>
            </a:r>
            <a:r>
              <a:rPr lang="en-US" dirty="0">
                <a:ea typeface="+mn-lt"/>
                <a:cs typeface="+mn-lt"/>
                <a:hlinkClick r:id="rId2"/>
              </a:rPr>
              <a:t>/</a:t>
            </a:r>
            <a:r>
              <a:rPr lang="en-US" dirty="0" err="1">
                <a:ea typeface="+mn-lt"/>
                <a:cs typeface="+mn-lt"/>
                <a:hlinkClick r:id="rId2"/>
              </a:rPr>
              <a:t>LiteCast</a:t>
            </a:r>
            <a:r>
              <a:rPr lang="en-US" dirty="0">
                <a:ea typeface="+mn-lt"/>
                <a:cs typeface="+mn-lt"/>
                <a:hlinkClick r:id="rId2"/>
              </a:rPr>
              <a:t>-Simulations-Cpp: C++ simulation implementations developed as part of my M.Tech thesis, based on the published LiteCast research.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3947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598718-A65E-6348-6145-7568EEAB2067}"/>
              </a:ext>
            </a:extLst>
          </p:cNvPr>
          <p:cNvSpPr txBox="1"/>
          <p:nvPr/>
        </p:nvSpPr>
        <p:spPr>
          <a:xfrm>
            <a:off x="342599" y="1102953"/>
            <a:ext cx="250724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RESULTS FROM THE PAPER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1A59BB-6B89-AD9E-B621-8340E1A29AF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347198" y="-3843"/>
            <a:ext cx="5828356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3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19E1-DB3F-670F-974F-E12877921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E01DB5-ACDB-E7D8-6577-B6C3AC6F5CE7}"/>
              </a:ext>
            </a:extLst>
          </p:cNvPr>
          <p:cNvSpPr txBox="1"/>
          <p:nvPr/>
        </p:nvSpPr>
        <p:spPr>
          <a:xfrm>
            <a:off x="342599" y="1102953"/>
            <a:ext cx="250724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RESULTS FROM THE SIMULATION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BE46B6-F2C1-415D-9382-7482A78E0A4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657042" y="156950"/>
            <a:ext cx="6887522" cy="5618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780CB4-319D-C875-20BC-CC14A6AB168C}"/>
              </a:ext>
            </a:extLst>
          </p:cNvPr>
          <p:cNvSpPr txBox="1"/>
          <p:nvPr/>
        </p:nvSpPr>
        <p:spPr>
          <a:xfrm>
            <a:off x="3657323" y="6031133"/>
            <a:ext cx="77700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The simulation reproduces the general reliability and latency trends reported in the </a:t>
            </a:r>
            <a:r>
              <a:rPr lang="en-US" dirty="0" err="1">
                <a:ea typeface="+mn-lt"/>
                <a:cs typeface="+mn-lt"/>
              </a:rPr>
              <a:t>LiteCast</a:t>
            </a:r>
            <a:r>
              <a:rPr lang="en-US" dirty="0">
                <a:ea typeface="+mn-lt"/>
                <a:cs typeface="+mn-lt"/>
              </a:rPr>
              <a:t> paper.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57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50F3-2421-81C5-4542-D808C020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10593346" cy="1033272"/>
          </a:xfrm>
        </p:spPr>
        <p:txBody>
          <a:bodyPr>
            <a:normAutofit fontScale="90000"/>
          </a:bodyPr>
          <a:lstStyle/>
          <a:p>
            <a:r>
              <a:rPr lang="en-US" dirty="0"/>
              <a:t>SIDE-BY-SIDE RESULTS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FFFF00"/>
                </a:solidFill>
                <a:ea typeface="+mj-lt"/>
                <a:cs typeface="+mj-lt"/>
              </a:rPr>
              <a:t>Simulation Results</a:t>
            </a:r>
            <a:r>
              <a:rPr lang="en-US" b="0" dirty="0">
                <a:solidFill>
                  <a:srgbClr val="FFFF00"/>
                </a:solidFill>
                <a:ea typeface="+mj-lt"/>
                <a:cs typeface="+mj-lt"/>
              </a:rPr>
              <a:t> </a:t>
            </a:r>
            <a:r>
              <a:rPr lang="en-US" b="0" dirty="0">
                <a:ea typeface="+mj-lt"/>
                <a:cs typeface="+mj-lt"/>
              </a:rPr>
              <a:t>                                                       </a:t>
            </a:r>
            <a:r>
              <a:rPr lang="en-US" dirty="0">
                <a:ea typeface="+mj-lt"/>
                <a:cs typeface="+mj-lt"/>
              </a:rPr>
              <a:t>Paper Results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5288EA-073E-1102-C079-B2A6BB97E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1841" y="1717790"/>
            <a:ext cx="4385600" cy="5138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5720FE-CA15-F937-C7B6-72535900A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52" y="1722782"/>
            <a:ext cx="6117229" cy="50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1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AB816-C6F3-4138-B021-4FCC390F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33068E-18D9-1738-32F1-EDA09AAEDA69}"/>
              </a:ext>
            </a:extLst>
          </p:cNvPr>
          <p:cNvSpPr txBox="1"/>
          <p:nvPr/>
        </p:nvSpPr>
        <p:spPr>
          <a:xfrm>
            <a:off x="607254" y="1733734"/>
            <a:ext cx="10983485" cy="4461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The major goal of </a:t>
            </a:r>
            <a:r>
              <a:rPr lang="en-US" sz="2400" dirty="0" err="1">
                <a:ea typeface="+mn-lt"/>
                <a:cs typeface="+mn-lt"/>
              </a:rPr>
              <a:t>LiteCast</a:t>
            </a:r>
            <a:r>
              <a:rPr lang="en-US" sz="2400" dirty="0">
                <a:ea typeface="+mn-lt"/>
                <a:cs typeface="+mn-lt"/>
              </a:rPr>
              <a:t> is to achieve Local Coverage (many to many dissemination) in the minimum amount of time. </a:t>
            </a:r>
            <a:r>
              <a:rPr lang="en-US" sz="2400" dirty="0" err="1">
                <a:ea typeface="+mn-lt"/>
                <a:cs typeface="+mn-lt"/>
              </a:rPr>
              <a:t>LiteCast</a:t>
            </a:r>
            <a:r>
              <a:rPr lang="en-US" sz="2400" dirty="0">
                <a:ea typeface="+mn-lt"/>
                <a:cs typeface="+mn-lt"/>
              </a:rPr>
              <a:t> achieves this by operating with the minimum </a:t>
            </a:r>
            <a:r>
              <a:rPr lang="en-US" sz="2400" dirty="0" err="1">
                <a:ea typeface="+mn-lt"/>
                <a:cs typeface="+mn-lt"/>
              </a:rPr>
              <a:t>Slotsize</a:t>
            </a:r>
            <a:r>
              <a:rPr lang="en-US" sz="2400" dirty="0">
                <a:ea typeface="+mn-lt"/>
                <a:cs typeface="+mn-lt"/>
              </a:rPr>
              <a:t> that is collision free. 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For example, if a locality contains only 5 nodes and these nodes are perfectly mapped to 5 </a:t>
            </a:r>
            <a:r>
              <a:rPr lang="en-US" sz="2400" dirty="0" err="1">
                <a:ea typeface="+mn-lt"/>
                <a:cs typeface="+mn-lt"/>
              </a:rPr>
              <a:t>subslots</a:t>
            </a:r>
            <a:r>
              <a:rPr lang="en-US" sz="2400" dirty="0">
                <a:ea typeface="+mn-lt"/>
                <a:cs typeface="+mn-lt"/>
              </a:rPr>
              <a:t>, the locality can achieve LC-1, LC-2, and LC-3 in the minimum amount of time, even if the overall network contains hundreds or thousands of nodes.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1E5E45-F405-4E0D-49A4-CC9E28D9342C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D7E16B-EE09-D2C5-C4D3-721298D03400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3734788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GOAL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44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922C0-03A0-D2C5-3FB1-F4C1225F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400C5E-9682-5C51-1BDB-EEF296185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632ED2-BEC9-794E-145A-7D1AC5992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974" y="1717790"/>
            <a:ext cx="10244550" cy="513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49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54995-5603-3388-5B54-5878A989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1FD7FC-0C9F-B0CC-780B-836B504546D9}"/>
              </a:ext>
            </a:extLst>
          </p:cNvPr>
          <p:cNvSpPr txBox="1"/>
          <p:nvPr/>
        </p:nvSpPr>
        <p:spPr>
          <a:xfrm>
            <a:off x="607254" y="1733734"/>
            <a:ext cx="10983485" cy="27999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When the number of </a:t>
            </a:r>
            <a:r>
              <a:rPr lang="en-US" sz="2400" dirty="0" err="1">
                <a:ea typeface="+mn-lt"/>
                <a:cs typeface="+mn-lt"/>
              </a:rPr>
              <a:t>subslots</a:t>
            </a:r>
            <a:r>
              <a:rPr lang="en-US" sz="2400" dirty="0">
                <a:ea typeface="+mn-lt"/>
                <a:cs typeface="+mn-lt"/>
              </a:rPr>
              <a:t> equals the number of nodes and each node is mapped to a unique </a:t>
            </a:r>
            <a:r>
              <a:rPr lang="en-US" sz="2400" dirty="0" err="1">
                <a:ea typeface="+mn-lt"/>
                <a:cs typeface="+mn-lt"/>
              </a:rPr>
              <a:t>subslot</a:t>
            </a:r>
            <a:r>
              <a:rPr lang="en-US" sz="2400" dirty="0">
                <a:ea typeface="+mn-lt"/>
                <a:cs typeface="+mn-lt"/>
              </a:rPr>
              <a:t>, all nodes have collision-free reservations. 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This configuration can support any Local Coverage level without </a:t>
            </a:r>
            <a:r>
              <a:rPr lang="en-US" sz="2400" dirty="0" err="1">
                <a:ea typeface="+mn-lt"/>
                <a:cs typeface="+mn-lt"/>
              </a:rPr>
              <a:t>subslot</a:t>
            </a:r>
            <a:r>
              <a:rPr lang="en-US" sz="2400" dirty="0">
                <a:ea typeface="+mn-lt"/>
                <a:cs typeface="+mn-lt"/>
              </a:rPr>
              <a:t> collisions.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CA0520-2C8B-609E-2100-BF8CCA687CAC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5FA3B7-66CE-8F2C-E515-0E90797E37F9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3734788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B0F0"/>
                </a:solidFill>
                <a:ea typeface="+mj-lt"/>
                <a:cs typeface="+mj-lt"/>
              </a:rPr>
              <a:t>BASELINE</a:t>
            </a:r>
            <a:endParaRPr 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38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75EF-49FA-AC43-BAD7-84BABE8F3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F6A345-1FE8-7AC0-B4C4-7315F5AFB4A5}"/>
              </a:ext>
            </a:extLst>
          </p:cNvPr>
          <p:cNvSpPr txBox="1"/>
          <p:nvPr/>
        </p:nvSpPr>
        <p:spPr>
          <a:xfrm>
            <a:off x="607254" y="1744778"/>
            <a:ext cx="10983485" cy="50159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The initiator does not provide the node IDs to the nodes. Therefore, the hash function uses preconfigured IDs or MAC addresses for </a:t>
            </a:r>
            <a:r>
              <a:rPr lang="en-US" sz="2400" dirty="0" err="1">
                <a:ea typeface="+mn-lt"/>
                <a:cs typeface="+mn-lt"/>
              </a:rPr>
              <a:t>subslot</a:t>
            </a:r>
            <a:r>
              <a:rPr lang="en-US" sz="2400" dirty="0">
                <a:ea typeface="+mn-lt"/>
                <a:cs typeface="+mn-lt"/>
              </a:rPr>
              <a:t> assignment.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Collision is possible:</a:t>
            </a:r>
            <a:r>
              <a:rPr lang="en-US" sz="2400" dirty="0">
                <a:ea typeface="+mn-lt"/>
                <a:cs typeface="+mn-lt"/>
              </a:rPr>
              <a:t> For example, consider a 5-node network using a modulo-5 hash function. If the node IDs are 5, 25, 35, 105, and 55, then all five nodes are assigned to the same </a:t>
            </a:r>
            <a:r>
              <a:rPr lang="en-US" sz="2400" dirty="0" err="1">
                <a:ea typeface="+mn-lt"/>
                <a:cs typeface="+mn-lt"/>
              </a:rPr>
              <a:t>subslot</a:t>
            </a:r>
            <a:r>
              <a:rPr lang="en-US" sz="2400" dirty="0">
                <a:ea typeface="+mn-lt"/>
                <a:cs typeface="+mn-lt"/>
              </a:rPr>
              <a:t> (0) and transmit in the same </a:t>
            </a:r>
            <a:r>
              <a:rPr lang="en-US" sz="2400" dirty="0" err="1">
                <a:ea typeface="+mn-lt"/>
                <a:cs typeface="+mn-lt"/>
              </a:rPr>
              <a:t>subslot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09F44-11B8-EAD7-281D-E0A9E2329C68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969FDF-DD1F-04DA-5A3E-F0752EA4A4ED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4077136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Problems Identified</a:t>
            </a:r>
            <a:endParaRPr lang="en-US" dirty="0">
              <a:solidFill>
                <a:schemeClr val="accent4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35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0E98C-0FF6-78B7-991C-9A0E3E6F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304110-2BCB-6E05-A863-77396DC74313}"/>
              </a:ext>
            </a:extLst>
          </p:cNvPr>
          <p:cNvSpPr txBox="1"/>
          <p:nvPr/>
        </p:nvSpPr>
        <p:spPr>
          <a:xfrm>
            <a:off x="607254" y="1717766"/>
            <a:ext cx="10983485" cy="556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Suppose we ensure that Node IDs range from 1 to the number of nodes in the network and set the </a:t>
            </a:r>
            <a:r>
              <a:rPr lang="en-US" sz="2400" dirty="0" err="1">
                <a:ea typeface="+mn-lt"/>
                <a:cs typeface="+mn-lt"/>
              </a:rPr>
              <a:t>slotsize</a:t>
            </a:r>
            <a:r>
              <a:rPr lang="en-US" sz="2400" dirty="0">
                <a:ea typeface="+mn-lt"/>
                <a:cs typeface="+mn-lt"/>
              </a:rPr>
              <a:t> equal to the maximum degree of the network, where:</a:t>
            </a:r>
            <a:endParaRPr lang="en-US" dirty="0"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</a:rPr>
              <a:t>  Maximum Degree &lt; Number of Nodes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Collision is possible:</a:t>
            </a:r>
            <a:r>
              <a:rPr lang="en-US" sz="2400" dirty="0">
                <a:ea typeface="+mn-lt"/>
                <a:cs typeface="+mn-lt"/>
              </a:rPr>
              <a:t> Proof:- by the Pigeonhole Principle, if the number of </a:t>
            </a:r>
            <a:r>
              <a:rPr lang="en-US" sz="2400" dirty="0" err="1">
                <a:ea typeface="+mn-lt"/>
                <a:cs typeface="+mn-lt"/>
              </a:rPr>
              <a:t>subslots</a:t>
            </a:r>
            <a:r>
              <a:rPr lang="en-US" sz="2400" dirty="0">
                <a:ea typeface="+mn-lt"/>
                <a:cs typeface="+mn-lt"/>
              </a:rPr>
              <a:t> is less than the number of nodes, at least one </a:t>
            </a:r>
            <a:r>
              <a:rPr lang="en-US" sz="2400" dirty="0" err="1">
                <a:ea typeface="+mn-lt"/>
                <a:cs typeface="+mn-lt"/>
              </a:rPr>
              <a:t>subslot</a:t>
            </a:r>
            <a:r>
              <a:rPr lang="en-US" sz="2400" dirty="0">
                <a:ea typeface="+mn-lt"/>
                <a:cs typeface="+mn-lt"/>
              </a:rPr>
              <a:t> must contain more than one node. Therefore, a collision is unavoidable, regardless of the hash function used.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A5B943-8F43-C4E0-4B1A-06D7B5DC8861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C15BEA-121D-291B-B780-78820E5A0E67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4077136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Problems Identified</a:t>
            </a:r>
            <a:endParaRPr lang="en-US" dirty="0">
              <a:solidFill>
                <a:schemeClr val="accent4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0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2B1F-9981-9AD9-223A-62550DB6B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A0E4A0-0A91-0E02-C284-7A5917135C30}"/>
              </a:ext>
            </a:extLst>
          </p:cNvPr>
          <p:cNvSpPr txBox="1"/>
          <p:nvPr/>
        </p:nvSpPr>
        <p:spPr>
          <a:xfrm>
            <a:off x="607254" y="2654820"/>
            <a:ext cx="10983485" cy="33539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Head to head collision: Two nodes transmit in the same </a:t>
            </a:r>
            <a:r>
              <a:rPr lang="en-US" sz="2400" dirty="0" err="1">
                <a:solidFill>
                  <a:srgbClr val="FF0000"/>
                </a:solidFill>
                <a:ea typeface="+mn-lt"/>
                <a:cs typeface="+mn-lt"/>
              </a:rPr>
              <a:t>subslot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 due to this </a:t>
            </a:r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receiver is not able to decode any of their data results in.</a:t>
            </a:r>
            <a:endParaRPr lang="en-US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Data loss goes undetected: When a node transmits then it might collide at one receiver but other receives and acknowledges it, </a:t>
            </a:r>
            <a:r>
              <a:rPr lang="en-US" sz="2400" dirty="0" err="1">
                <a:solidFill>
                  <a:srgbClr val="FF0000"/>
                </a:solidFill>
                <a:ea typeface="+mn-lt"/>
                <a:cs typeface="+mn-lt"/>
              </a:rPr>
              <a:t>hense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 data loss at one receiver goes undetected.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B09FA-5BD5-8228-D838-C26E7E1A68B8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9984AE-84F5-05F0-272A-857A6FF03F60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4077136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Effects of Collision</a:t>
            </a:r>
            <a:endParaRPr lang="en-US" dirty="0">
              <a:solidFill>
                <a:schemeClr val="accent4">
                  <a:lumMod val="76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716550-64B8-2F69-A9B4-804205A7599A}"/>
              </a:ext>
            </a:extLst>
          </p:cNvPr>
          <p:cNvSpPr txBox="1"/>
          <p:nvPr/>
        </p:nvSpPr>
        <p:spPr>
          <a:xfrm>
            <a:off x="607819" y="1736022"/>
            <a:ext cx="1122175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Collision always occur at the receiver side. </a:t>
            </a:r>
            <a:r>
              <a:rPr lang="en-US" sz="2400" dirty="0">
                <a:ea typeface="+mn-lt"/>
                <a:cs typeface="+mn-lt"/>
              </a:rPr>
              <a:t>This can result in the following cases: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55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EF255-09B1-9B59-239E-C77F333E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41016C-D4FE-3692-19E3-7B70E5B3680F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9406EF-D49D-7702-2802-82B28CB96F06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4077136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Effects of Collision</a:t>
            </a:r>
            <a:endParaRPr lang="en-US" dirty="0">
              <a:solidFill>
                <a:schemeClr val="accent4">
                  <a:lumMod val="76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A0CB3-1FF4-CF38-284F-10D88D4B9280}"/>
              </a:ext>
            </a:extLst>
          </p:cNvPr>
          <p:cNvSpPr txBox="1"/>
          <p:nvPr/>
        </p:nvSpPr>
        <p:spPr>
          <a:xfrm>
            <a:off x="607391" y="1971261"/>
            <a:ext cx="409713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FF0000"/>
                </a:solidFill>
                <a:latin typeface="Avenir Next LT Pro Light"/>
              </a:rPr>
              <a:t>Data loss goes undetected:</a:t>
            </a:r>
            <a:endParaRPr lang="en-US" sz="1600"/>
          </a:p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28F0A8-9828-300E-8138-59E99E58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8555"/>
            <a:ext cx="12192000" cy="403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50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2964-A398-3243-6CCE-68AF51359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95D5C1-D1B6-2F7D-70A2-33142036467B}"/>
              </a:ext>
            </a:extLst>
          </p:cNvPr>
          <p:cNvSpPr txBox="1"/>
          <p:nvPr/>
        </p:nvSpPr>
        <p:spPr>
          <a:xfrm>
            <a:off x="607254" y="1744778"/>
            <a:ext cx="10983485" cy="39079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/>
              <a:t>A node that does not receive an acknowledgment waits for a random amount of time before retransmitting, using a mechanism similar to exponential backoff.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Fixes:</a:t>
            </a:r>
            <a:r>
              <a:rPr lang="en-US" sz="2400" dirty="0"/>
              <a:t> Data loss due to head-to-head collisions.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8D132E-C2EA-073F-5DF1-FB2F9815ADF2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E3FB8A-C393-70D4-2E21-E0606481DE2B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4077136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</a:rPr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50027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9484-2FB9-2571-3DBE-E96D4071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3E98BB-ED25-77AE-7E26-62E344B889B9}"/>
              </a:ext>
            </a:extLst>
          </p:cNvPr>
          <p:cNvSpPr txBox="1"/>
          <p:nvPr/>
        </p:nvSpPr>
        <p:spPr>
          <a:xfrm>
            <a:off x="607254" y="1738361"/>
            <a:ext cx="10983485" cy="556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If a node knows its K-hop neighbors, where K is an integer, it can explicitly request data sequentially from nodes whose data was not received during the normal </a:t>
            </a:r>
            <a:r>
              <a:rPr lang="en-US" sz="2400" dirty="0" err="1">
                <a:ea typeface="+mn-lt"/>
                <a:cs typeface="+mn-lt"/>
              </a:rPr>
              <a:t>LiteCast</a:t>
            </a:r>
            <a:r>
              <a:rPr lang="en-US" sz="2400" dirty="0">
                <a:ea typeface="+mn-lt"/>
                <a:cs typeface="+mn-lt"/>
              </a:rPr>
              <a:t> operation.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Sequential requests ensure that nodes transmit one at a time, avoiding additional collisions during data recovery.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Fixes:</a:t>
            </a:r>
            <a:r>
              <a:rPr lang="en-US" sz="2400" dirty="0"/>
              <a:t> </a:t>
            </a:r>
            <a:r>
              <a:rPr lang="en-US" sz="2400" dirty="0">
                <a:ea typeface="+mn-lt"/>
                <a:cs typeface="+mn-lt"/>
              </a:rPr>
              <a:t>Loss due to head-to-head collisions and undetected data loss at individual receivers.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C0BD8-A717-59A1-7DB2-3B69170287D0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A66A68-0C43-9B62-975E-F709520A272E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4077136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</a:rPr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3423540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5BB2-C800-17E3-F5AF-633E3196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F7331A-2D2D-1076-FF20-1AECC3C9523E}"/>
              </a:ext>
            </a:extLst>
          </p:cNvPr>
          <p:cNvSpPr txBox="1"/>
          <p:nvPr/>
        </p:nvSpPr>
        <p:spPr>
          <a:xfrm>
            <a:off x="607254" y="1738361"/>
            <a:ext cx="10983485" cy="6170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Original </a:t>
            </a:r>
            <a:r>
              <a:rPr lang="en-US" sz="2000" dirty="0" err="1">
                <a:ea typeface="+mn-lt"/>
                <a:cs typeface="+mn-lt"/>
              </a:rPr>
              <a:t>LiteCast</a:t>
            </a:r>
            <a:r>
              <a:rPr lang="en-US" sz="2000" dirty="0">
                <a:ea typeface="+mn-lt"/>
                <a:cs typeface="+mn-lt"/>
              </a:rPr>
              <a:t>: Uses Originator Hop Count (OHC) to determine whether received data belongs to the intended locality:</a:t>
            </a:r>
            <a:endParaRPr lang="en-US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If the condition is satisfied, the data is obtained and forwarded; otherwise, it is discarded.</a:t>
            </a:r>
            <a:endParaRPr lang="en-US" sz="20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Problem observed:</a:t>
            </a:r>
            <a:r>
              <a:rPr lang="en-US" sz="2000" dirty="0">
                <a:ea typeface="+mn-lt"/>
                <a:cs typeface="+mn-lt"/>
              </a:rPr>
              <a:t> During simulation, nodes were receiving LC data beyond the intended locality. </a:t>
            </a:r>
            <a:endParaRPr lang="en-US" sz="20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00B050"/>
                </a:solidFill>
                <a:ea typeface="+mn-lt"/>
                <a:cs typeface="+mn-lt"/>
              </a:rPr>
              <a:t>Attempted solution:</a:t>
            </a:r>
            <a:r>
              <a:rPr lang="en-US" sz="2000" dirty="0">
                <a:ea typeface="+mn-lt"/>
                <a:cs typeface="+mn-lt"/>
              </a:rPr>
              <a:t> Introduced TTL to ensure that nodes receive only LC-specific data. </a:t>
            </a:r>
            <a:endParaRPr lang="en-US" sz="200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FF0000"/>
                </a:solidFill>
                <a:ea typeface="+mn-lt"/>
                <a:cs typeface="+mn-lt"/>
              </a:rPr>
              <a:t>New problem:</a:t>
            </a:r>
            <a:r>
              <a:rPr lang="en-US" sz="2000" dirty="0">
                <a:ea typeface="+mn-lt"/>
                <a:cs typeface="+mn-lt"/>
              </a:rPr>
              <a:t> The same data packet with different TTL values could compete within the same </a:t>
            </a:r>
            <a:r>
              <a:rPr lang="en-US" sz="2000" dirty="0" err="1">
                <a:ea typeface="+mn-lt"/>
                <a:cs typeface="+mn-lt"/>
              </a:rPr>
              <a:t>subslot</a:t>
            </a:r>
            <a:r>
              <a:rPr lang="en-US" sz="2000" dirty="0">
                <a:ea typeface="+mn-lt"/>
                <a:cs typeface="+mn-lt"/>
              </a:rPr>
              <a:t>, resulting in collisions that would otherwise be mitigated by Constructive Interference (CI).</a:t>
            </a:r>
            <a:endParaRPr lang="en-US" sz="20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4DCBB-786B-3AD8-3263-3E853A92C69C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A76F360-0692-D471-BB8C-7034082EB35C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6198378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Explored Improvement Possibilities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F4099-889D-12FD-E697-3C145E2BF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397" y="2664940"/>
            <a:ext cx="38671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57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06934-06F2-F4B5-E947-BDB9798E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97CDCB-2B01-FC76-0BAA-00ADC799E0A5}"/>
              </a:ext>
            </a:extLst>
          </p:cNvPr>
          <p:cNvSpPr txBox="1"/>
          <p:nvPr/>
        </p:nvSpPr>
        <p:spPr>
          <a:xfrm>
            <a:off x="607254" y="1727318"/>
            <a:ext cx="11104963" cy="5708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Constructive Interference (CI):</a:t>
            </a:r>
            <a:r>
              <a:rPr lang="en-US" sz="2000" dirty="0">
                <a:ea typeface="+mn-lt"/>
                <a:cs typeface="+mn-lt"/>
              </a:rPr>
              <a:t> For CI to work properly, the transmitted packets must have identical headers and data payloads. 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Observed in simulation</a:t>
            </a:r>
            <a:r>
              <a:rPr lang="en-US" sz="2000" dirty="0">
                <a:ea typeface="+mn-lt"/>
                <a:cs typeface="+mn-lt"/>
              </a:rPr>
              <a:t>: OHC-based filtering performed better in reliability than TTL-based filtering. However, TTL-based filtering ensured that LC-2 data did not compete with LC-3. 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Under complete reservation:</a:t>
            </a:r>
            <a:r>
              <a:rPr lang="en-US" sz="2000" dirty="0">
                <a:ea typeface="+mn-lt"/>
                <a:cs typeface="+mn-lt"/>
              </a:rPr>
              <a:t> OHC-based filtering achieved 100% reliability, whereas TTL-based filtering did not even under complete reservation.</a:t>
            </a:r>
            <a:endParaRPr lang="en-US" dirty="0">
              <a:ea typeface="+mn-lt"/>
              <a:cs typeface="+mn-lt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Overall finding:</a:t>
            </a:r>
            <a:r>
              <a:rPr lang="en-US" sz="2000" dirty="0">
                <a:ea typeface="+mn-lt"/>
                <a:cs typeface="+mn-lt"/>
              </a:rPr>
              <a:t> In our simulations, the OHC-based implementation provided higher reliability than the TTL-based implementation.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94102-DC01-1C56-F72A-491A7E30B23B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DF6F13-7C5D-1A06-7111-5BC1FA593F55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4254726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OHC vs. TTL: Key Findings</a:t>
            </a:r>
            <a:endParaRPr lang="en-US" dirty="0">
              <a:solidFill>
                <a:schemeClr val="accent4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87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C4BE-7090-7F0F-21C9-92FF6AAA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C46311-7446-7DDF-E6ED-5438F204D772}"/>
              </a:ext>
            </a:extLst>
          </p:cNvPr>
          <p:cNvSpPr txBox="1"/>
          <p:nvPr/>
        </p:nvSpPr>
        <p:spPr>
          <a:xfrm>
            <a:off x="607254" y="1727605"/>
            <a:ext cx="10988260" cy="56622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Neighbor discovery:</a:t>
            </a:r>
            <a:r>
              <a:rPr lang="en-US" sz="2000" dirty="0">
                <a:ea typeface="+mn-lt"/>
                <a:cs typeface="+mn-lt"/>
              </a:rPr>
              <a:t> Determining how a dynamically joining node obtains the list of its neighbors remains a challenge.</a:t>
            </a:r>
            <a:r>
              <a:rPr lang="en-US" sz="20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Multi-hop neighbor discovery:</a:t>
            </a:r>
            <a:r>
              <a:rPr lang="en-US" sz="2000" dirty="0">
                <a:ea typeface="+mn-lt"/>
                <a:cs typeface="+mn-lt"/>
              </a:rPr>
              <a:t> Some standards provide beaconing mechanisms for identifying one-hop neighbors, but extending this mechanism to discover two-hop or three-hop neighbors remains an open challenge.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Dynamic network participation:</a:t>
            </a:r>
            <a:r>
              <a:rPr lang="en-US" sz="2000" dirty="0">
                <a:ea typeface="+mn-lt"/>
                <a:cs typeface="+mn-lt"/>
              </a:rPr>
              <a:t> Although LiteCast is described as dynamic, the initiator-assigned parity remains fixed. A newly joining node must therefore synchronize with the existing network before it can receive data.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Conclusion:</a:t>
            </a:r>
            <a:r>
              <a:rPr lang="en-US" dirty="0">
                <a:ea typeface="+mn-lt"/>
                <a:cs typeface="+mn-lt"/>
              </a:rPr>
              <a:t> The simulations reproduced the key behavior of LiteCast and helped identify limitations related to subslot collisions, undetected data loss, and data filtering.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691149-4C84-8F7E-9990-54258CA6DDCB}"/>
              </a:ext>
            </a:extLst>
          </p:cNvPr>
          <p:cNvSpPr/>
          <p:nvPr/>
        </p:nvSpPr>
        <p:spPr>
          <a:xfrm>
            <a:off x="604179" y="1714640"/>
            <a:ext cx="10992925" cy="2760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1A6EEB-CABA-AF44-69B7-5B48B7518B81}"/>
              </a:ext>
            </a:extLst>
          </p:cNvPr>
          <p:cNvSpPr txBox="1">
            <a:spLocks/>
          </p:cNvSpPr>
          <p:nvPr/>
        </p:nvSpPr>
        <p:spPr>
          <a:xfrm>
            <a:off x="607951" y="673608"/>
            <a:ext cx="5690379" cy="7129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Challenges and Conclusion</a:t>
            </a:r>
            <a:endParaRPr lang="en-US" dirty="0">
              <a:solidFill>
                <a:schemeClr val="accent4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755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1024-E264-5AC4-1744-A10F2108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746699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4CAC9-4DB9-48D9-8A6F-3675D14127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D279CDD-1FB7-427E-9208-ECF0EB941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753F6F-88D8-493D-A089-0923419088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GradientRise</Template>
  <TotalTime>0</TotalTime>
  <Words>4</Words>
  <Application>Microsoft Office PowerPoint</Application>
  <PresentationFormat>Widescreen</PresentationFormat>
  <Paragraphs>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GradientRise</vt:lpstr>
      <vt:lpstr>Litecast  Flexible, Scalable and Uniform Local Data-Sharing in Real-Time</vt:lpstr>
      <vt:lpstr>Work Done So Far</vt:lpstr>
      <vt:lpstr>Simulation</vt:lpstr>
      <vt:lpstr>PowerPoint Presentation</vt:lpstr>
      <vt:lpstr>PowerPoint Presentation</vt:lpstr>
      <vt:lpstr>SIDE-BY-SIDE RESULTS  Simulation Results                                                        Paper Results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1045</cp:revision>
  <dcterms:created xsi:type="dcterms:W3CDTF">2026-09-24T05:28:41Z</dcterms:created>
  <dcterms:modified xsi:type="dcterms:W3CDTF">2026-09-24T18:36:06Z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