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5" r:id="rId13"/>
    <p:sldId id="264" r:id="rId14"/>
    <p:sldId id="266" r:id="rId15"/>
    <p:sldId id="267" r:id="rId16"/>
    <p:sldId id="270" r:id="rId17"/>
    <p:sldId id="268" r:id="rId18"/>
    <p:sldId id="269" r:id="rId19"/>
    <p:sldId id="271" r:id="rId20"/>
    <p:sldId id="272" r:id="rId21"/>
    <p:sldId id="273" r:id="rId22"/>
    <p:sldId id="274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ABCF49-9C6A-4F9E-A9FD-E6E74F16F254}" v="133" dt="2026-09-24T08:52:25.024"/>
    <p1510:client id="{85FF1139-44E9-4376-9FF3-3C4CB840566D}" v="7016" dt="2026-09-24T17:07:07.578"/>
    <p1510:client id="{99187B08-C0CC-47C3-80EE-F32E85E48B15}" v="92" dt="2026-09-24T17:17:29.143"/>
    <p1510:client id="{D39DE117-4A22-4BC8-9EF0-14EA884D065E}" v="775" dt="2026-09-24T08:09:19.018"/>
    <p1510:client id="{F79DD998-EC33-4FDC-975E-9CC2391D618F}" v="27" dt="2026-09-24T19:25:02.5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>
      <p:cViewPr>
        <p:scale>
          <a:sx n="87" d="100"/>
          <a:sy n="87" d="100"/>
        </p:scale>
        <p:origin x="142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iver Kandir" userId="d01d181f4dc9f2bb" providerId="Windows Live" clId="Web-{85FF1139-44E9-4376-9FF3-3C4CB840566D}"/>
    <pc:docChg chg="addSld delSld modSld sldOrd">
      <pc:chgData name="Oliver Kandir" userId="d01d181f4dc9f2bb" providerId="Windows Live" clId="Web-{85FF1139-44E9-4376-9FF3-3C4CB840566D}" dt="2026-09-24T17:07:07.578" v="3719"/>
      <pc:docMkLst>
        <pc:docMk/>
      </pc:docMkLst>
      <pc:sldChg chg="addSp delSp modSp ord">
        <pc:chgData name="Oliver Kandir" userId="d01d181f4dc9f2bb" providerId="Windows Live" clId="Web-{85FF1139-44E9-4376-9FF3-3C4CB840566D}" dt="2026-09-24T10:55:22.057" v="730" actId="20577"/>
        <pc:sldMkLst>
          <pc:docMk/>
          <pc:sldMk cId="1306444498" sldId="262"/>
        </pc:sldMkLst>
        <pc:spChg chg="del mod">
          <ac:chgData name="Oliver Kandir" userId="d01d181f4dc9f2bb" providerId="Windows Live" clId="Web-{85FF1139-44E9-4376-9FF3-3C4CB840566D}" dt="2026-09-24T09:26:17.851" v="212"/>
          <ac:spMkLst>
            <pc:docMk/>
            <pc:sldMk cId="1306444498" sldId="262"/>
            <ac:spMk id="2" creationId="{75805DB4-8FB7-69CE-3FA1-1CB19E6322F3}"/>
          </ac:spMkLst>
        </pc:spChg>
        <pc:spChg chg="mod">
          <ac:chgData name="Oliver Kandir" userId="d01d181f4dc9f2bb" providerId="Windows Live" clId="Web-{85FF1139-44E9-4376-9FF3-3C4CB840566D}" dt="2026-09-24T10:55:22.057" v="730" actId="20577"/>
          <ac:spMkLst>
            <pc:docMk/>
            <pc:sldMk cId="1306444498" sldId="262"/>
            <ac:spMk id="4" creationId="{8433068E-18D9-1738-32F1-EDA09AAEDA69}"/>
          </ac:spMkLst>
        </pc:spChg>
        <pc:spChg chg="add del mod">
          <ac:chgData name="Oliver Kandir" userId="d01d181f4dc9f2bb" providerId="Windows Live" clId="Web-{85FF1139-44E9-4376-9FF3-3C4CB840566D}" dt="2026-09-24T09:26:31.289" v="214"/>
          <ac:spMkLst>
            <pc:docMk/>
            <pc:sldMk cId="1306444498" sldId="262"/>
            <ac:spMk id="6" creationId="{8340D47B-432E-8484-3DBA-731C093D5F58}"/>
          </ac:spMkLst>
        </pc:spChg>
        <pc:spChg chg="add mod">
          <ac:chgData name="Oliver Kandir" userId="d01d181f4dc9f2bb" providerId="Windows Live" clId="Web-{85FF1139-44E9-4376-9FF3-3C4CB840566D}" dt="2026-09-24T09:26:48.774" v="217" actId="20577"/>
          <ac:spMkLst>
            <pc:docMk/>
            <pc:sldMk cId="1306444498" sldId="262"/>
            <ac:spMk id="8" creationId="{D6D7E16B-EE09-D2C5-C4D3-721298D03400}"/>
          </ac:spMkLst>
        </pc:spChg>
      </pc:sldChg>
      <pc:sldChg chg="addSp delSp modSp add ord replId">
        <pc:chgData name="Oliver Kandir" userId="d01d181f4dc9f2bb" providerId="Windows Live" clId="Web-{85FF1139-44E9-4376-9FF3-3C4CB840566D}" dt="2026-09-24T09:43:51.511" v="253" actId="20577"/>
        <pc:sldMkLst>
          <pc:docMk/>
          <pc:sldMk cId="3116349254" sldId="263"/>
        </pc:sldMkLst>
        <pc:spChg chg="del mod">
          <ac:chgData name="Oliver Kandir" userId="d01d181f4dc9f2bb" providerId="Windows Live" clId="Web-{85FF1139-44E9-4376-9FF3-3C4CB840566D}" dt="2026-09-24T09:36:51.232" v="241"/>
          <ac:spMkLst>
            <pc:docMk/>
            <pc:sldMk cId="3116349254" sldId="263"/>
            <ac:spMk id="2" creationId="{6862DFBD-2750-41B8-359E-D58ACA903B68}"/>
          </ac:spMkLst>
        </pc:spChg>
        <pc:spChg chg="add mod">
          <ac:chgData name="Oliver Kandir" userId="d01d181f4dc9f2bb" providerId="Windows Live" clId="Web-{85FF1139-44E9-4376-9FF3-3C4CB840566D}" dt="2026-09-24T09:43:51.511" v="253" actId="20577"/>
          <ac:spMkLst>
            <pc:docMk/>
            <pc:sldMk cId="3116349254" sldId="263"/>
            <ac:spMk id="4" creationId="{56400C5E-9682-5C51-1BDB-EEF29618572B}"/>
          </ac:spMkLst>
        </pc:spChg>
        <pc:spChg chg="add del mod">
          <ac:chgData name="Oliver Kandir" userId="d01d181f4dc9f2bb" providerId="Windows Live" clId="Web-{85FF1139-44E9-4376-9FF3-3C4CB840566D}" dt="2026-09-24T09:40:52.380" v="244"/>
          <ac:spMkLst>
            <pc:docMk/>
            <pc:sldMk cId="3116349254" sldId="263"/>
            <ac:spMk id="6" creationId="{94AA6DBB-BD7C-5918-D113-303FCF2AB798}"/>
          </ac:spMkLst>
        </pc:spChg>
        <pc:picChg chg="del">
          <ac:chgData name="Oliver Kandir" userId="d01d181f4dc9f2bb" providerId="Windows Live" clId="Web-{85FF1139-44E9-4376-9FF3-3C4CB840566D}" dt="2026-09-24T09:38:47.657" v="243"/>
          <ac:picMkLst>
            <pc:docMk/>
            <pc:sldMk cId="3116349254" sldId="263"/>
            <ac:picMk id="7" creationId="{D7ECE745-854D-2715-D95F-D9FA3ADAB4B6}"/>
          </ac:picMkLst>
        </pc:picChg>
        <pc:picChg chg="add mod ord">
          <ac:chgData name="Oliver Kandir" userId="d01d181f4dc9f2bb" providerId="Windows Live" clId="Web-{85FF1139-44E9-4376-9FF3-3C4CB840566D}" dt="2026-09-24T09:41:05.443" v="249" actId="1076"/>
          <ac:picMkLst>
            <pc:docMk/>
            <pc:sldMk cId="3116349254" sldId="263"/>
            <ac:picMk id="8" creationId="{2F632ED2-BEC9-794E-145A-7D1AC5992D4D}"/>
          </ac:picMkLst>
        </pc:picChg>
        <pc:picChg chg="del">
          <ac:chgData name="Oliver Kandir" userId="d01d181f4dc9f2bb" providerId="Windows Live" clId="Web-{85FF1139-44E9-4376-9FF3-3C4CB840566D}" dt="2026-09-24T09:38:46.173" v="242"/>
          <ac:picMkLst>
            <pc:docMk/>
            <pc:sldMk cId="3116349254" sldId="263"/>
            <ac:picMk id="10" creationId="{5E773EDA-9B88-0D18-26ED-67B6FACAF22C}"/>
          </ac:picMkLst>
        </pc:picChg>
      </pc:sldChg>
      <pc:sldChg chg="modSp add ord replId">
        <pc:chgData name="Oliver Kandir" userId="d01d181f4dc9f2bb" providerId="Windows Live" clId="Web-{85FF1139-44E9-4376-9FF3-3C4CB840566D}" dt="2026-09-24T14:42:30.788" v="1942" actId="1076"/>
        <pc:sldMkLst>
          <pc:docMk/>
          <pc:sldMk cId="2099352109" sldId="264"/>
        </pc:sldMkLst>
        <pc:spChg chg="mod">
          <ac:chgData name="Oliver Kandir" userId="d01d181f4dc9f2bb" providerId="Windows Live" clId="Web-{85FF1139-44E9-4376-9FF3-3C4CB840566D}" dt="2026-09-24T14:42:30.788" v="1942" actId="1076"/>
          <ac:spMkLst>
            <pc:docMk/>
            <pc:sldMk cId="2099352109" sldId="264"/>
            <ac:spMk id="4" creationId="{0AF6A345-1FE8-7AC0-B4C4-7315F5AFB4A5}"/>
          </ac:spMkLst>
        </pc:spChg>
        <pc:spChg chg="mod">
          <ac:chgData name="Oliver Kandir" userId="d01d181f4dc9f2bb" providerId="Windows Live" clId="Web-{85FF1139-44E9-4376-9FF3-3C4CB840566D}" dt="2026-09-24T10:23:55.480" v="389" actId="14100"/>
          <ac:spMkLst>
            <pc:docMk/>
            <pc:sldMk cId="2099352109" sldId="264"/>
            <ac:spMk id="8" creationId="{D8969FDF-DD1F-04DA-5A3E-F0752EA4A4ED}"/>
          </ac:spMkLst>
        </pc:spChg>
      </pc:sldChg>
      <pc:sldChg chg="modSp add ord replId">
        <pc:chgData name="Oliver Kandir" userId="d01d181f4dc9f2bb" providerId="Windows Live" clId="Web-{85FF1139-44E9-4376-9FF3-3C4CB840566D}" dt="2026-09-24T11:54:38.314" v="1440" actId="20577"/>
        <pc:sldMkLst>
          <pc:docMk/>
          <pc:sldMk cId="818385319" sldId="265"/>
        </pc:sldMkLst>
        <pc:spChg chg="mod">
          <ac:chgData name="Oliver Kandir" userId="d01d181f4dc9f2bb" providerId="Windows Live" clId="Web-{85FF1139-44E9-4376-9FF3-3C4CB840566D}" dt="2026-09-24T10:46:08.539" v="621" actId="20577"/>
          <ac:spMkLst>
            <pc:docMk/>
            <pc:sldMk cId="818385319" sldId="265"/>
            <ac:spMk id="4" creationId="{DD1FD7FC-0C9F-B0CC-780B-836B504546D9}"/>
          </ac:spMkLst>
        </pc:spChg>
        <pc:spChg chg="mod">
          <ac:chgData name="Oliver Kandir" userId="d01d181f4dc9f2bb" providerId="Windows Live" clId="Web-{85FF1139-44E9-4376-9FF3-3C4CB840566D}" dt="2026-09-24T11:54:38.314" v="1440" actId="20577"/>
          <ac:spMkLst>
            <pc:docMk/>
            <pc:sldMk cId="818385319" sldId="265"/>
            <ac:spMk id="8" creationId="{DA5FA3B7-66CE-8F2C-E515-0E90797E37F9}"/>
          </ac:spMkLst>
        </pc:spChg>
      </pc:sldChg>
      <pc:sldChg chg="modSp add replId">
        <pc:chgData name="Oliver Kandir" userId="d01d181f4dc9f2bb" providerId="Windows Live" clId="Web-{85FF1139-44E9-4376-9FF3-3C4CB840566D}" dt="2026-09-24T14:32:01.552" v="1927" actId="14100"/>
        <pc:sldMkLst>
          <pc:docMk/>
          <pc:sldMk cId="246306429" sldId="266"/>
        </pc:sldMkLst>
        <pc:spChg chg="mod">
          <ac:chgData name="Oliver Kandir" userId="d01d181f4dc9f2bb" providerId="Windows Live" clId="Web-{85FF1139-44E9-4376-9FF3-3C4CB840566D}" dt="2026-09-24T14:32:01.552" v="1927" actId="14100"/>
          <ac:spMkLst>
            <pc:docMk/>
            <pc:sldMk cId="246306429" sldId="266"/>
            <ac:spMk id="4" creationId="{0E304110-2BCB-6E05-A863-77396DC74313}"/>
          </ac:spMkLst>
        </pc:spChg>
      </pc:sldChg>
      <pc:sldChg chg="addSp modSp add replId">
        <pc:chgData name="Oliver Kandir" userId="d01d181f4dc9f2bb" providerId="Windows Live" clId="Web-{85FF1139-44E9-4376-9FF3-3C4CB840566D}" dt="2026-09-24T16:25:25.962" v="3033" actId="20577"/>
        <pc:sldMkLst>
          <pc:docMk/>
          <pc:sldMk cId="1320554229" sldId="267"/>
        </pc:sldMkLst>
        <pc:spChg chg="add mod">
          <ac:chgData name="Oliver Kandir" userId="d01d181f4dc9f2bb" providerId="Windows Live" clId="Web-{85FF1139-44E9-4376-9FF3-3C4CB840566D}" dt="2026-09-24T14:37:17.466" v="1929" actId="20577"/>
          <ac:spMkLst>
            <pc:docMk/>
            <pc:sldMk cId="1320554229" sldId="267"/>
            <ac:spMk id="2" creationId="{11716550-64B8-2F69-A9B4-804205A7599A}"/>
          </ac:spMkLst>
        </pc:spChg>
        <pc:spChg chg="mod">
          <ac:chgData name="Oliver Kandir" userId="d01d181f4dc9f2bb" providerId="Windows Live" clId="Web-{85FF1139-44E9-4376-9FF3-3C4CB840566D}" dt="2026-09-24T16:25:25.962" v="3033" actId="20577"/>
          <ac:spMkLst>
            <pc:docMk/>
            <pc:sldMk cId="1320554229" sldId="267"/>
            <ac:spMk id="4" creationId="{30A0E4A0-0A91-0E02-C284-7A5917135C30}"/>
          </ac:spMkLst>
        </pc:spChg>
        <pc:spChg chg="mod">
          <ac:chgData name="Oliver Kandir" userId="d01d181f4dc9f2bb" providerId="Windows Live" clId="Web-{85FF1139-44E9-4376-9FF3-3C4CB840566D}" dt="2026-09-24T11:40:43.115" v="1241" actId="20577"/>
          <ac:spMkLst>
            <pc:docMk/>
            <pc:sldMk cId="1320554229" sldId="267"/>
            <ac:spMk id="8" creationId="{D89984AE-84F5-05F0-272A-857A6FF03F60}"/>
          </ac:spMkLst>
        </pc:spChg>
      </pc:sldChg>
      <pc:sldChg chg="addSp delSp modSp add replId">
        <pc:chgData name="Oliver Kandir" userId="d01d181f4dc9f2bb" providerId="Windows Live" clId="Web-{85FF1139-44E9-4376-9FF3-3C4CB840566D}" dt="2026-09-24T14:49:40.153" v="1962" actId="20577"/>
        <pc:sldMkLst>
          <pc:docMk/>
          <pc:sldMk cId="500271399" sldId="268"/>
        </pc:sldMkLst>
        <pc:spChg chg="mod">
          <ac:chgData name="Oliver Kandir" userId="d01d181f4dc9f2bb" providerId="Windows Live" clId="Web-{85FF1139-44E9-4376-9FF3-3C4CB840566D}" dt="2026-09-24T14:49:40.153" v="1962" actId="20577"/>
          <ac:spMkLst>
            <pc:docMk/>
            <pc:sldMk cId="500271399" sldId="268"/>
            <ac:spMk id="4" creationId="{1595D5C1-D1B6-2F7D-70A2-33142036467B}"/>
          </ac:spMkLst>
        </pc:spChg>
        <pc:spChg chg="mod">
          <ac:chgData name="Oliver Kandir" userId="d01d181f4dc9f2bb" providerId="Windows Live" clId="Web-{85FF1139-44E9-4376-9FF3-3C4CB840566D}" dt="2026-09-24T14:43:08.179" v="1943" actId="20577"/>
          <ac:spMkLst>
            <pc:docMk/>
            <pc:sldMk cId="500271399" sldId="268"/>
            <ac:spMk id="8" creationId="{58E3FB8A-C393-70D4-2E21-E0606481DE2B}"/>
          </ac:spMkLst>
        </pc:spChg>
        <pc:picChg chg="add del mod">
          <ac:chgData name="Oliver Kandir" userId="d01d181f4dc9f2bb" providerId="Windows Live" clId="Web-{85FF1139-44E9-4376-9FF3-3C4CB840566D}" dt="2026-09-24T14:44:43.930" v="1946"/>
          <ac:picMkLst>
            <pc:docMk/>
            <pc:sldMk cId="500271399" sldId="268"/>
            <ac:picMk id="2" creationId="{1B073FE7-3BC3-021B-D0C8-955BF55177FF}"/>
          </ac:picMkLst>
        </pc:picChg>
      </pc:sldChg>
      <pc:sldChg chg="modSp add replId">
        <pc:chgData name="Oliver Kandir" userId="d01d181f4dc9f2bb" providerId="Windows Live" clId="Web-{85FF1139-44E9-4376-9FF3-3C4CB840566D}" dt="2026-09-24T15:16:26.440" v="1994" actId="14100"/>
        <pc:sldMkLst>
          <pc:docMk/>
          <pc:sldMk cId="3423540325" sldId="269"/>
        </pc:sldMkLst>
        <pc:spChg chg="mod">
          <ac:chgData name="Oliver Kandir" userId="d01d181f4dc9f2bb" providerId="Windows Live" clId="Web-{85FF1139-44E9-4376-9FF3-3C4CB840566D}" dt="2026-09-24T15:16:26.440" v="1994" actId="14100"/>
          <ac:spMkLst>
            <pc:docMk/>
            <pc:sldMk cId="3423540325" sldId="269"/>
            <ac:spMk id="4" creationId="{EC3E98BB-ED25-77AE-7E26-62E344B889B9}"/>
          </ac:spMkLst>
        </pc:spChg>
        <pc:spChg chg="mod">
          <ac:chgData name="Oliver Kandir" userId="d01d181f4dc9f2bb" providerId="Windows Live" clId="Web-{85FF1139-44E9-4376-9FF3-3C4CB840566D}" dt="2026-09-24T14:43:12.241" v="1944" actId="20577"/>
          <ac:spMkLst>
            <pc:docMk/>
            <pc:sldMk cId="3423540325" sldId="269"/>
            <ac:spMk id="8" creationId="{B1A66A68-0C43-9B62-975E-F709520A272E}"/>
          </ac:spMkLst>
        </pc:spChg>
      </pc:sldChg>
      <pc:sldChg chg="addSp delSp modSp add replId">
        <pc:chgData name="Oliver Kandir" userId="d01d181f4dc9f2bb" providerId="Windows Live" clId="Web-{85FF1139-44E9-4376-9FF3-3C4CB840566D}" dt="2026-09-24T15:02:07.920" v="1975" actId="20577"/>
        <pc:sldMkLst>
          <pc:docMk/>
          <pc:sldMk cId="1216250490" sldId="270"/>
        </pc:sldMkLst>
        <pc:spChg chg="del mod">
          <ac:chgData name="Oliver Kandir" userId="d01d181f4dc9f2bb" providerId="Windows Live" clId="Web-{85FF1139-44E9-4376-9FF3-3C4CB840566D}" dt="2026-09-24T14:50:05.077" v="1965"/>
          <ac:spMkLst>
            <pc:docMk/>
            <pc:sldMk cId="1216250490" sldId="270"/>
            <ac:spMk id="2" creationId="{39025444-E751-B01D-2670-BBD3C3140A12}"/>
          </ac:spMkLst>
        </pc:spChg>
        <pc:spChg chg="add mod">
          <ac:chgData name="Oliver Kandir" userId="d01d181f4dc9f2bb" providerId="Windows Live" clId="Web-{85FF1139-44E9-4376-9FF3-3C4CB840566D}" dt="2026-09-24T15:02:07.920" v="1975" actId="20577"/>
          <ac:spMkLst>
            <pc:docMk/>
            <pc:sldMk cId="1216250490" sldId="270"/>
            <ac:spMk id="3" creationId="{40EA0CB3-1FF4-CF38-284F-10D88D4B9280}"/>
          </ac:spMkLst>
        </pc:spChg>
        <pc:spChg chg="del">
          <ac:chgData name="Oliver Kandir" userId="d01d181f4dc9f2bb" providerId="Windows Live" clId="Web-{85FF1139-44E9-4376-9FF3-3C4CB840566D}" dt="2026-09-24T14:50:01.561" v="1963"/>
          <ac:spMkLst>
            <pc:docMk/>
            <pc:sldMk cId="1216250490" sldId="270"/>
            <ac:spMk id="4" creationId="{5715C765-9534-592C-8808-1D569F219DD0}"/>
          </ac:spMkLst>
        </pc:spChg>
        <pc:picChg chg="add mod">
          <ac:chgData name="Oliver Kandir" userId="d01d181f4dc9f2bb" providerId="Windows Live" clId="Web-{85FF1139-44E9-4376-9FF3-3C4CB840566D}" dt="2026-09-24T15:01:51.155" v="1972" actId="1076"/>
          <ac:picMkLst>
            <pc:docMk/>
            <pc:sldMk cId="1216250490" sldId="270"/>
            <ac:picMk id="6" creationId="{2228F0A8-9828-300E-8138-59E99E58C962}"/>
          </ac:picMkLst>
        </pc:picChg>
      </pc:sldChg>
      <pc:sldChg chg="addSp modSp add replId">
        <pc:chgData name="Oliver Kandir" userId="d01d181f4dc9f2bb" providerId="Windows Live" clId="Web-{85FF1139-44E9-4376-9FF3-3C4CB840566D}" dt="2026-09-24T16:18:57.357" v="2915" actId="20577"/>
        <pc:sldMkLst>
          <pc:docMk/>
          <pc:sldMk cId="948557571" sldId="271"/>
        </pc:sldMkLst>
        <pc:spChg chg="mod">
          <ac:chgData name="Oliver Kandir" userId="d01d181f4dc9f2bb" providerId="Windows Live" clId="Web-{85FF1139-44E9-4376-9FF3-3C4CB840566D}" dt="2026-09-24T16:18:57.357" v="2915" actId="20577"/>
          <ac:spMkLst>
            <pc:docMk/>
            <pc:sldMk cId="948557571" sldId="271"/>
            <ac:spMk id="4" creationId="{89F7331A-2D2D-1076-FF20-1AECC3C9523E}"/>
          </ac:spMkLst>
        </pc:spChg>
        <pc:spChg chg="mod">
          <ac:chgData name="Oliver Kandir" userId="d01d181f4dc9f2bb" providerId="Windows Live" clId="Web-{85FF1139-44E9-4376-9FF3-3C4CB840566D}" dt="2026-09-24T16:16:02.078" v="2913" actId="20577"/>
          <ac:spMkLst>
            <pc:docMk/>
            <pc:sldMk cId="948557571" sldId="271"/>
            <ac:spMk id="8" creationId="{FA76F360-0692-D471-BB8C-7034082EB35C}"/>
          </ac:spMkLst>
        </pc:spChg>
        <pc:picChg chg="add mod">
          <ac:chgData name="Oliver Kandir" userId="d01d181f4dc9f2bb" providerId="Windows Live" clId="Web-{85FF1139-44E9-4376-9FF3-3C4CB840566D}" dt="2026-09-24T15:43:37.904" v="2578" actId="1076"/>
          <ac:picMkLst>
            <pc:docMk/>
            <pc:sldMk cId="948557571" sldId="271"/>
            <ac:picMk id="2" creationId="{E52F4099-889D-12FD-E697-3C145E2BF681}"/>
          </ac:picMkLst>
        </pc:picChg>
      </pc:sldChg>
      <pc:sldChg chg="delSp modSp add replId">
        <pc:chgData name="Oliver Kandir" userId="d01d181f4dc9f2bb" providerId="Windows Live" clId="Web-{85FF1139-44E9-4376-9FF3-3C4CB840566D}" dt="2026-09-24T16:44:53.283" v="3320" actId="20577"/>
        <pc:sldMkLst>
          <pc:docMk/>
          <pc:sldMk cId="382987359" sldId="272"/>
        </pc:sldMkLst>
        <pc:spChg chg="mod">
          <ac:chgData name="Oliver Kandir" userId="d01d181f4dc9f2bb" providerId="Windows Live" clId="Web-{85FF1139-44E9-4376-9FF3-3C4CB840566D}" dt="2026-09-24T16:44:53.283" v="3320" actId="20577"/>
          <ac:spMkLst>
            <pc:docMk/>
            <pc:sldMk cId="382987359" sldId="272"/>
            <ac:spMk id="4" creationId="{5E97CDCB-2B01-FC76-0BAA-00ADC799E0A5}"/>
          </ac:spMkLst>
        </pc:spChg>
        <pc:spChg chg="mod">
          <ac:chgData name="Oliver Kandir" userId="d01d181f4dc9f2bb" providerId="Windows Live" clId="Web-{85FF1139-44E9-4376-9FF3-3C4CB840566D}" dt="2026-09-24T16:34:23.012" v="3266" actId="14100"/>
          <ac:spMkLst>
            <pc:docMk/>
            <pc:sldMk cId="382987359" sldId="272"/>
            <ac:spMk id="8" creationId="{42DF6F13-7C5D-1A06-7111-5BC1FA593F55}"/>
          </ac:spMkLst>
        </pc:spChg>
        <pc:picChg chg="del">
          <ac:chgData name="Oliver Kandir" userId="d01d181f4dc9f2bb" providerId="Windows Live" clId="Web-{85FF1139-44E9-4376-9FF3-3C4CB840566D}" dt="2026-09-24T16:01:37.507" v="2594"/>
          <ac:picMkLst>
            <pc:docMk/>
            <pc:sldMk cId="382987359" sldId="272"/>
            <ac:picMk id="2" creationId="{6773565C-FCA9-C618-0865-B3EA52152E32}"/>
          </ac:picMkLst>
        </pc:picChg>
      </pc:sldChg>
      <pc:sldChg chg="modSp add replId">
        <pc:chgData name="Oliver Kandir" userId="d01d181f4dc9f2bb" providerId="Windows Live" clId="Web-{85FF1139-44E9-4376-9FF3-3C4CB840566D}" dt="2026-09-24T17:05:31.978" v="3717" actId="20577"/>
        <pc:sldMkLst>
          <pc:docMk/>
          <pc:sldMk cId="4273755970" sldId="273"/>
        </pc:sldMkLst>
        <pc:spChg chg="mod">
          <ac:chgData name="Oliver Kandir" userId="d01d181f4dc9f2bb" providerId="Windows Live" clId="Web-{85FF1139-44E9-4376-9FF3-3C4CB840566D}" dt="2026-09-24T17:05:31.978" v="3717" actId="20577"/>
          <ac:spMkLst>
            <pc:docMk/>
            <pc:sldMk cId="4273755970" sldId="273"/>
            <ac:spMk id="4" creationId="{C9C46311-7446-7DDF-E6ED-5438F204D772}"/>
          </ac:spMkLst>
        </pc:spChg>
        <pc:spChg chg="mod">
          <ac:chgData name="Oliver Kandir" userId="d01d181f4dc9f2bb" providerId="Windows Live" clId="Web-{85FF1139-44E9-4376-9FF3-3C4CB840566D}" dt="2026-09-24T16:47:53.456" v="3375" actId="20577"/>
          <ac:spMkLst>
            <pc:docMk/>
            <pc:sldMk cId="4273755970" sldId="273"/>
            <ac:spMk id="8" creationId="{DE1A6EEB-CABA-AF44-69B7-5B48B7518B81}"/>
          </ac:spMkLst>
        </pc:spChg>
      </pc:sldChg>
      <pc:sldChg chg="new del">
        <pc:chgData name="Oliver Kandir" userId="d01d181f4dc9f2bb" providerId="Windows Live" clId="Web-{85FF1139-44E9-4376-9FF3-3C4CB840566D}" dt="2026-09-24T17:07:07.578" v="3719"/>
        <pc:sldMkLst>
          <pc:docMk/>
          <pc:sldMk cId="2741944871" sldId="274"/>
        </pc:sldMkLst>
      </pc:sldChg>
    </pc:docChg>
  </pc:docChgLst>
  <pc:docChgLst>
    <pc:chgData name="Oliver Kandir" userId="d01d181f4dc9f2bb" providerId="Windows Live" clId="Web-{99187B08-C0CC-47C3-80EE-F32E85E48B15}"/>
    <pc:docChg chg="addSld modSld">
      <pc:chgData name="Oliver Kandir" userId="d01d181f4dc9f2bb" providerId="Windows Live" clId="Web-{99187B08-C0CC-47C3-80EE-F32E85E48B15}" dt="2026-09-24T17:17:28.487" v="51" actId="20577"/>
      <pc:docMkLst>
        <pc:docMk/>
      </pc:docMkLst>
      <pc:sldChg chg="addSp modSp">
        <pc:chgData name="Oliver Kandir" userId="d01d181f4dc9f2bb" providerId="Windows Live" clId="Web-{99187B08-C0CC-47C3-80EE-F32E85E48B15}" dt="2026-09-24T17:17:28.487" v="51" actId="20577"/>
        <pc:sldMkLst>
          <pc:docMk/>
          <pc:sldMk cId="3713947366" sldId="258"/>
        </pc:sldMkLst>
        <pc:spChg chg="add mod">
          <ac:chgData name="Oliver Kandir" userId="d01d181f4dc9f2bb" providerId="Windows Live" clId="Web-{99187B08-C0CC-47C3-80EE-F32E85E48B15}" dt="2026-09-24T17:17:28.487" v="51" actId="20577"/>
          <ac:spMkLst>
            <pc:docMk/>
            <pc:sldMk cId="3713947366" sldId="258"/>
            <ac:spMk id="3" creationId="{ED075185-EFB7-4583-53C6-DA568BDA78C8}"/>
          </ac:spMkLst>
        </pc:spChg>
      </pc:sldChg>
      <pc:sldChg chg="modSp">
        <pc:chgData name="Oliver Kandir" userId="d01d181f4dc9f2bb" providerId="Windows Live" clId="Web-{99187B08-C0CC-47C3-80EE-F32E85E48B15}" dt="2026-09-24T17:12:17.191" v="25" actId="14100"/>
        <pc:sldMkLst>
          <pc:docMk/>
          <pc:sldMk cId="4273755970" sldId="273"/>
        </pc:sldMkLst>
        <pc:spChg chg="mod">
          <ac:chgData name="Oliver Kandir" userId="d01d181f4dc9f2bb" providerId="Windows Live" clId="Web-{99187B08-C0CC-47C3-80EE-F32E85E48B15}" dt="2026-09-24T17:12:17.191" v="25" actId="14100"/>
          <ac:spMkLst>
            <pc:docMk/>
            <pc:sldMk cId="4273755970" sldId="273"/>
            <ac:spMk id="4" creationId="{C9C46311-7446-7DDF-E6ED-5438F204D772}"/>
          </ac:spMkLst>
        </pc:spChg>
      </pc:sldChg>
      <pc:sldChg chg="modSp new">
        <pc:chgData name="Oliver Kandir" userId="d01d181f4dc9f2bb" providerId="Windows Live" clId="Web-{99187B08-C0CC-47C3-80EE-F32E85E48B15}" dt="2026-09-24T17:08:12.976" v="7" actId="20577"/>
        <pc:sldMkLst>
          <pc:docMk/>
          <pc:sldMk cId="257466997" sldId="274"/>
        </pc:sldMkLst>
        <pc:spChg chg="mod">
          <ac:chgData name="Oliver Kandir" userId="d01d181f4dc9f2bb" providerId="Windows Live" clId="Web-{99187B08-C0CC-47C3-80EE-F32E85E48B15}" dt="2026-09-24T17:08:12.976" v="7" actId="20577"/>
          <ac:spMkLst>
            <pc:docMk/>
            <pc:sldMk cId="257466997" sldId="274"/>
            <ac:spMk id="2" creationId="{B3E01024-E264-5AC4-1744-A10F21083690}"/>
          </ac:spMkLst>
        </pc:spChg>
      </pc:sldChg>
    </pc:docChg>
  </pc:docChgLst>
  <pc:docChgLst>
    <pc:chgData name="Oliver Kandir" userId="d01d181f4dc9f2bb" providerId="Windows Live" clId="Web-{D39DE117-4A22-4BC8-9EF0-14EA884D065E}"/>
    <pc:docChg chg="addSld delSld modSld">
      <pc:chgData name="Oliver Kandir" userId="d01d181f4dc9f2bb" providerId="Windows Live" clId="Web-{D39DE117-4A22-4BC8-9EF0-14EA884D065E}" dt="2026-09-24T08:09:16.361" v="527" actId="20577"/>
      <pc:docMkLst>
        <pc:docMk/>
      </pc:docMkLst>
      <pc:sldChg chg="addSp delSp modSp">
        <pc:chgData name="Oliver Kandir" userId="d01d181f4dc9f2bb" providerId="Windows Live" clId="Web-{D39DE117-4A22-4BC8-9EF0-14EA884D065E}" dt="2026-09-24T06:56:02.082" v="183" actId="20577"/>
        <pc:sldMkLst>
          <pc:docMk/>
          <pc:sldMk cId="2480525317" sldId="256"/>
        </pc:sldMkLst>
        <pc:spChg chg="mod">
          <ac:chgData name="Oliver Kandir" userId="d01d181f4dc9f2bb" providerId="Windows Live" clId="Web-{D39DE117-4A22-4BC8-9EF0-14EA884D065E}" dt="2026-09-24T06:56:02.082" v="183" actId="20577"/>
          <ac:spMkLst>
            <pc:docMk/>
            <pc:sldMk cId="2480525317" sldId="256"/>
            <ac:spMk id="2" creationId="{D1DFAA46-5C1D-CC0F-1993-8A78D4E68A18}"/>
          </ac:spMkLst>
        </pc:spChg>
        <pc:spChg chg="mod">
          <ac:chgData name="Oliver Kandir" userId="d01d181f4dc9f2bb" providerId="Windows Live" clId="Web-{D39DE117-4A22-4BC8-9EF0-14EA884D065E}" dt="2026-09-24T05:54:11.866" v="34" actId="20577"/>
          <ac:spMkLst>
            <pc:docMk/>
            <pc:sldMk cId="2480525317" sldId="256"/>
            <ac:spMk id="3" creationId="{5ACEE30F-73E4-18D7-5CEC-E788CAFCE150}"/>
          </ac:spMkLst>
        </pc:spChg>
        <pc:spChg chg="add del mod">
          <ac:chgData name="Oliver Kandir" userId="d01d181f4dc9f2bb" providerId="Windows Live" clId="Web-{D39DE117-4A22-4BC8-9EF0-14EA884D065E}" dt="2026-09-24T05:32:26.865" v="1"/>
          <ac:spMkLst>
            <pc:docMk/>
            <pc:sldMk cId="2480525317" sldId="256"/>
            <ac:spMk id="5" creationId="{E26FCE69-9A58-CEDA-A37C-2AA4C005C32E}"/>
          </ac:spMkLst>
        </pc:spChg>
        <pc:spChg chg="add mod">
          <ac:chgData name="Oliver Kandir" userId="d01d181f4dc9f2bb" providerId="Windows Live" clId="Web-{D39DE117-4A22-4BC8-9EF0-14EA884D065E}" dt="2026-09-24T06:08:37.403" v="77" actId="14100"/>
          <ac:spMkLst>
            <pc:docMk/>
            <pc:sldMk cId="2480525317" sldId="256"/>
            <ac:spMk id="9" creationId="{2BF1298C-094D-8DE6-6F21-0D838CEE9A66}"/>
          </ac:spMkLst>
        </pc:spChg>
        <pc:spChg chg="add del">
          <ac:chgData name="Oliver Kandir" userId="d01d181f4dc9f2bb" providerId="Windows Live" clId="Web-{D39DE117-4A22-4BC8-9EF0-14EA884D065E}" dt="2026-09-24T06:15:50.429" v="90"/>
          <ac:spMkLst>
            <pc:docMk/>
            <pc:sldMk cId="2480525317" sldId="256"/>
            <ac:spMk id="11" creationId="{F5D5214F-1987-9C37-4749-B65465519094}"/>
          </ac:spMkLst>
        </pc:spChg>
        <pc:spChg chg="add mod">
          <ac:chgData name="Oliver Kandir" userId="d01d181f4dc9f2bb" providerId="Windows Live" clId="Web-{D39DE117-4A22-4BC8-9EF0-14EA884D065E}" dt="2026-09-24T06:55:11.299" v="180" actId="20577"/>
          <ac:spMkLst>
            <pc:docMk/>
            <pc:sldMk cId="2480525317" sldId="256"/>
            <ac:spMk id="12" creationId="{76023B69-A447-4FFC-C209-3C3DEC3B130F}"/>
          </ac:spMkLst>
        </pc:spChg>
        <pc:spChg chg="add del">
          <ac:chgData name="Oliver Kandir" userId="d01d181f4dc9f2bb" providerId="Windows Live" clId="Web-{D39DE117-4A22-4BC8-9EF0-14EA884D065E}" dt="2026-09-24T06:18:21.448" v="96"/>
          <ac:spMkLst>
            <pc:docMk/>
            <pc:sldMk cId="2480525317" sldId="256"/>
            <ac:spMk id="13" creationId="{910741ED-62DE-AA44-2E54-C7A4021006FD}"/>
          </ac:spMkLst>
        </pc:spChg>
        <pc:spChg chg="add del">
          <ac:chgData name="Oliver Kandir" userId="d01d181f4dc9f2bb" providerId="Windows Live" clId="Web-{D39DE117-4A22-4BC8-9EF0-14EA884D065E}" dt="2026-09-24T06:31:08.358" v="154"/>
          <ac:spMkLst>
            <pc:docMk/>
            <pc:sldMk cId="2480525317" sldId="256"/>
            <ac:spMk id="14" creationId="{BA2B26A4-3992-506F-6DA4-75C90A390630}"/>
          </ac:spMkLst>
        </pc:spChg>
        <pc:spChg chg="add mod">
          <ac:chgData name="Oliver Kandir" userId="d01d181f4dc9f2bb" providerId="Windows Live" clId="Web-{D39DE117-4A22-4BC8-9EF0-14EA884D065E}" dt="2026-09-24T06:32:27.703" v="161"/>
          <ac:spMkLst>
            <pc:docMk/>
            <pc:sldMk cId="2480525317" sldId="256"/>
            <ac:spMk id="15" creationId="{ACF8B477-9A6A-F892-2C2D-E1BA179D601B}"/>
          </ac:spMkLst>
        </pc:spChg>
        <pc:picChg chg="del">
          <ac:chgData name="Oliver Kandir" userId="d01d181f4dc9f2bb" providerId="Windows Live" clId="Web-{D39DE117-4A22-4BC8-9EF0-14EA884D065E}" dt="2026-09-24T05:30:44.394" v="0"/>
          <ac:picMkLst>
            <pc:docMk/>
            <pc:sldMk cId="2480525317" sldId="256"/>
            <ac:picMk id="6" creationId="{166FB4B5-C549-76FC-61BB-06ED9033E0C2}"/>
          </ac:picMkLst>
        </pc:picChg>
        <pc:picChg chg="add mod">
          <ac:chgData name="Oliver Kandir" userId="d01d181f4dc9f2bb" providerId="Windows Live" clId="Web-{D39DE117-4A22-4BC8-9EF0-14EA884D065E}" dt="2026-09-24T06:30:45.029" v="152" actId="1076"/>
          <ac:picMkLst>
            <pc:docMk/>
            <pc:sldMk cId="2480525317" sldId="256"/>
            <ac:picMk id="10" creationId="{EFEF466F-E27B-0FF1-7CCF-11250D68E6CF}"/>
          </ac:picMkLst>
        </pc:picChg>
        <pc:cxnChg chg="add del">
          <ac:chgData name="Oliver Kandir" userId="d01d181f4dc9f2bb" providerId="Windows Live" clId="Web-{D39DE117-4A22-4BC8-9EF0-14EA884D065E}" dt="2026-09-24T06:05:06.913" v="52"/>
          <ac:cxnSpMkLst>
            <pc:docMk/>
            <pc:sldMk cId="2480525317" sldId="256"/>
            <ac:cxnSpMk id="7" creationId="{F28CA322-2483-3F74-0BD9-0DBBD5509251}"/>
          </ac:cxnSpMkLst>
        </pc:cxnChg>
        <pc:cxnChg chg="add del">
          <ac:chgData name="Oliver Kandir" userId="d01d181f4dc9f2bb" providerId="Windows Live" clId="Web-{D39DE117-4A22-4BC8-9EF0-14EA884D065E}" dt="2026-09-24T06:06:49.541" v="54"/>
          <ac:cxnSpMkLst>
            <pc:docMk/>
            <pc:sldMk cId="2480525317" sldId="256"/>
            <ac:cxnSpMk id="8" creationId="{1F2E6046-EB18-A837-740F-92641CB831E0}"/>
          </ac:cxnSpMkLst>
        </pc:cxnChg>
      </pc:sldChg>
      <pc:sldChg chg="addSp delSp modSp new mod chgLayout">
        <pc:chgData name="Oliver Kandir" userId="d01d181f4dc9f2bb" providerId="Windows Live" clId="Web-{D39DE117-4A22-4BC8-9EF0-14EA884D065E}" dt="2026-09-24T07:31:18.040" v="363"/>
        <pc:sldMkLst>
          <pc:docMk/>
          <pc:sldMk cId="2711593945" sldId="257"/>
        </pc:sldMkLst>
        <pc:spChg chg="mod ord">
          <ac:chgData name="Oliver Kandir" userId="d01d181f4dc9f2bb" providerId="Windows Live" clId="Web-{D39DE117-4A22-4BC8-9EF0-14EA884D065E}" dt="2026-09-24T07:30:59.102" v="362"/>
          <ac:spMkLst>
            <pc:docMk/>
            <pc:sldMk cId="2711593945" sldId="257"/>
            <ac:spMk id="2" creationId="{3D2EFB1A-6E3D-B73B-B4FB-4C00B5644676}"/>
          </ac:spMkLst>
        </pc:spChg>
        <pc:spChg chg="del">
          <ac:chgData name="Oliver Kandir" userId="d01d181f4dc9f2bb" providerId="Windows Live" clId="Web-{D39DE117-4A22-4BC8-9EF0-14EA884D065E}" dt="2026-09-24T06:38:06.274" v="163"/>
          <ac:spMkLst>
            <pc:docMk/>
            <pc:sldMk cId="2711593945" sldId="257"/>
            <ac:spMk id="3" creationId="{188B63E8-7948-2C77-CE20-586644F6AE3C}"/>
          </ac:spMkLst>
        </pc:spChg>
        <pc:spChg chg="add mod">
          <ac:chgData name="Oliver Kandir" userId="d01d181f4dc9f2bb" providerId="Windows Live" clId="Web-{D39DE117-4A22-4BC8-9EF0-14EA884D065E}" dt="2026-09-24T07:29:06.740" v="357" actId="14100"/>
          <ac:spMkLst>
            <pc:docMk/>
            <pc:sldMk cId="2711593945" sldId="257"/>
            <ac:spMk id="4" creationId="{B5311EE4-A35B-512E-B000-D6DE530C982D}"/>
          </ac:spMkLst>
        </pc:spChg>
        <pc:spChg chg="add mod">
          <ac:chgData name="Oliver Kandir" userId="d01d181f4dc9f2bb" providerId="Windows Live" clId="Web-{D39DE117-4A22-4BC8-9EF0-14EA884D065E}" dt="2026-09-24T07:31:18.040" v="363"/>
          <ac:spMkLst>
            <pc:docMk/>
            <pc:sldMk cId="2711593945" sldId="257"/>
            <ac:spMk id="5" creationId="{0D9AC990-9E01-2405-D979-A6E5F68218D5}"/>
          </ac:spMkLst>
        </pc:spChg>
      </pc:sldChg>
      <pc:sldChg chg="modSp add replId">
        <pc:chgData name="Oliver Kandir" userId="d01d181f4dc9f2bb" providerId="Windows Live" clId="Web-{D39DE117-4A22-4BC8-9EF0-14EA884D065E}" dt="2026-09-24T07:51:16.100" v="467" actId="20577"/>
        <pc:sldMkLst>
          <pc:docMk/>
          <pc:sldMk cId="3713947366" sldId="258"/>
        </pc:sldMkLst>
        <pc:spChg chg="mod">
          <ac:chgData name="Oliver Kandir" userId="d01d181f4dc9f2bb" providerId="Windows Live" clId="Web-{D39DE117-4A22-4BC8-9EF0-14EA884D065E}" dt="2026-09-24T07:36:10.266" v="368" actId="20577"/>
          <ac:spMkLst>
            <pc:docMk/>
            <pc:sldMk cId="3713947366" sldId="258"/>
            <ac:spMk id="2" creationId="{9E20084D-2C67-6D79-EA62-7B2BC5EFE98D}"/>
          </ac:spMkLst>
        </pc:spChg>
        <pc:spChg chg="mod">
          <ac:chgData name="Oliver Kandir" userId="d01d181f4dc9f2bb" providerId="Windows Live" clId="Web-{D39DE117-4A22-4BC8-9EF0-14EA884D065E}" dt="2026-09-24T07:51:16.100" v="467" actId="20577"/>
          <ac:spMkLst>
            <pc:docMk/>
            <pc:sldMk cId="3713947366" sldId="258"/>
            <ac:spMk id="4" creationId="{C9257A9F-F8CA-BAA5-6525-882C17A2CD2E}"/>
          </ac:spMkLst>
        </pc:spChg>
      </pc:sldChg>
      <pc:sldChg chg="new del">
        <pc:chgData name="Oliver Kandir" userId="d01d181f4dc9f2bb" providerId="Windows Live" clId="Web-{D39DE117-4A22-4BC8-9EF0-14EA884D065E}" dt="2026-09-24T07:51:32.382" v="469"/>
        <pc:sldMkLst>
          <pc:docMk/>
          <pc:sldMk cId="896778656" sldId="259"/>
        </pc:sldMkLst>
      </pc:sldChg>
      <pc:sldChg chg="addSp delSp modSp new">
        <pc:chgData name="Oliver Kandir" userId="d01d181f4dc9f2bb" providerId="Windows Live" clId="Web-{D39DE117-4A22-4BC8-9EF0-14EA884D065E}" dt="2026-09-24T08:01:34.334" v="519" actId="14100"/>
        <pc:sldMkLst>
          <pc:docMk/>
          <pc:sldMk cId="3509938903" sldId="259"/>
        </pc:sldMkLst>
        <pc:spChg chg="del">
          <ac:chgData name="Oliver Kandir" userId="d01d181f4dc9f2bb" providerId="Windows Live" clId="Web-{D39DE117-4A22-4BC8-9EF0-14EA884D065E}" dt="2026-09-24T07:52:10.633" v="471"/>
          <ac:spMkLst>
            <pc:docMk/>
            <pc:sldMk cId="3509938903" sldId="259"/>
            <ac:spMk id="2" creationId="{B98CFE72-6D5D-C886-BAFA-F388C037E313}"/>
          </ac:spMkLst>
        </pc:spChg>
        <pc:spChg chg="del">
          <ac:chgData name="Oliver Kandir" userId="d01d181f4dc9f2bb" providerId="Windows Live" clId="Web-{D39DE117-4A22-4BC8-9EF0-14EA884D065E}" dt="2026-09-24T08:01:07.208" v="511"/>
          <ac:spMkLst>
            <pc:docMk/>
            <pc:sldMk cId="3509938903" sldId="259"/>
            <ac:spMk id="3" creationId="{968B08F2-BCD0-BDC5-0AC6-E30F7AC592A8}"/>
          </ac:spMkLst>
        </pc:spChg>
        <pc:spChg chg="add del">
          <ac:chgData name="Oliver Kandir" userId="d01d181f4dc9f2bb" providerId="Windows Live" clId="Web-{D39DE117-4A22-4BC8-9EF0-14EA884D065E}" dt="2026-09-24T07:55:49.341" v="473"/>
          <ac:spMkLst>
            <pc:docMk/>
            <pc:sldMk cId="3509938903" sldId="259"/>
            <ac:spMk id="4" creationId="{488A01C4-39F6-AE5A-87A4-7F35C43FBE58}"/>
          </ac:spMkLst>
        </pc:spChg>
        <pc:spChg chg="add mod">
          <ac:chgData name="Oliver Kandir" userId="d01d181f4dc9f2bb" providerId="Windows Live" clId="Web-{D39DE117-4A22-4BC8-9EF0-14EA884D065E}" dt="2026-09-24T07:57:03.968" v="510" actId="20577"/>
          <ac:spMkLst>
            <pc:docMk/>
            <pc:sldMk cId="3509938903" sldId="259"/>
            <ac:spMk id="5" creationId="{60598718-A65E-6348-6145-7568EEAB2067}"/>
          </ac:spMkLst>
        </pc:spChg>
        <pc:picChg chg="add mod ord">
          <ac:chgData name="Oliver Kandir" userId="d01d181f4dc9f2bb" providerId="Windows Live" clId="Web-{D39DE117-4A22-4BC8-9EF0-14EA884D065E}" dt="2026-09-24T08:01:34.334" v="519" actId="14100"/>
          <ac:picMkLst>
            <pc:docMk/>
            <pc:sldMk cId="3509938903" sldId="259"/>
            <ac:picMk id="6" creationId="{E0D2E6F1-6571-1D14-2840-6D6C13A0E6CE}"/>
          </ac:picMkLst>
        </pc:picChg>
      </pc:sldChg>
      <pc:sldChg chg="modSp add replId">
        <pc:chgData name="Oliver Kandir" userId="d01d181f4dc9f2bb" providerId="Windows Live" clId="Web-{D39DE117-4A22-4BC8-9EF0-14EA884D065E}" dt="2026-09-24T08:09:16.361" v="527" actId="20577"/>
        <pc:sldMkLst>
          <pc:docMk/>
          <pc:sldMk cId="4228572016" sldId="260"/>
        </pc:sldMkLst>
        <pc:spChg chg="mod">
          <ac:chgData name="Oliver Kandir" userId="d01d181f4dc9f2bb" providerId="Windows Live" clId="Web-{D39DE117-4A22-4BC8-9EF0-14EA884D065E}" dt="2026-09-24T08:09:16.361" v="527" actId="20577"/>
          <ac:spMkLst>
            <pc:docMk/>
            <pc:sldMk cId="4228572016" sldId="260"/>
            <ac:spMk id="5" creationId="{C2E01DB5-ACDB-E7D8-6577-B6C3AC6F5CE7}"/>
          </ac:spMkLst>
        </pc:spChg>
      </pc:sldChg>
    </pc:docChg>
  </pc:docChgLst>
  <pc:docChgLst>
    <pc:chgData name="Oliver Kandir" userId="d01d181f4dc9f2bb" providerId="Windows Live" clId="Web-{6EABCF49-9C6A-4F9E-A9FD-E6E74F16F254}"/>
    <pc:docChg chg="addSld delSld modSld">
      <pc:chgData name="Oliver Kandir" userId="d01d181f4dc9f2bb" providerId="Windows Live" clId="Web-{6EABCF49-9C6A-4F9E-A9FD-E6E74F16F254}" dt="2026-09-24T08:52:19.337" v="120" actId="20577"/>
      <pc:docMkLst>
        <pc:docMk/>
      </pc:docMkLst>
      <pc:sldChg chg="addSp delSp modSp">
        <pc:chgData name="Oliver Kandir" userId="d01d181f4dc9f2bb" providerId="Windows Live" clId="Web-{6EABCF49-9C6A-4F9E-A9FD-E6E74F16F254}" dt="2026-09-24T08:34:37.466" v="54" actId="14100"/>
        <pc:sldMkLst>
          <pc:docMk/>
          <pc:sldMk cId="3509938903" sldId="259"/>
        </pc:sldMkLst>
        <pc:spChg chg="add del mod">
          <ac:chgData name="Oliver Kandir" userId="d01d181f4dc9f2bb" providerId="Windows Live" clId="Web-{6EABCF49-9C6A-4F9E-A9FD-E6E74F16F254}" dt="2026-09-24T08:34:32.435" v="52"/>
          <ac:spMkLst>
            <pc:docMk/>
            <pc:sldMk cId="3509938903" sldId="259"/>
            <ac:spMk id="3" creationId="{35D8F6C3-4DCE-1FA3-9A94-C2D42C09CA24}"/>
          </ac:spMkLst>
        </pc:spChg>
        <pc:picChg chg="add mod ord">
          <ac:chgData name="Oliver Kandir" userId="d01d181f4dc9f2bb" providerId="Windows Live" clId="Web-{6EABCF49-9C6A-4F9E-A9FD-E6E74F16F254}" dt="2026-09-24T08:34:37.466" v="54" actId="14100"/>
          <ac:picMkLst>
            <pc:docMk/>
            <pc:sldMk cId="3509938903" sldId="259"/>
            <ac:picMk id="4" creationId="{D21A59BB-6B89-AD9E-B621-8340E1A29AFB}"/>
          </ac:picMkLst>
        </pc:picChg>
        <pc:picChg chg="del">
          <ac:chgData name="Oliver Kandir" userId="d01d181f4dc9f2bb" providerId="Windows Live" clId="Web-{6EABCF49-9C6A-4F9E-A9FD-E6E74F16F254}" dt="2026-09-24T08:34:22.466" v="51"/>
          <ac:picMkLst>
            <pc:docMk/>
            <pc:sldMk cId="3509938903" sldId="259"/>
            <ac:picMk id="6" creationId="{E0D2E6F1-6571-1D14-2840-6D6C13A0E6CE}"/>
          </ac:picMkLst>
        </pc:picChg>
      </pc:sldChg>
      <pc:sldChg chg="addSp delSp modSp">
        <pc:chgData name="Oliver Kandir" userId="d01d181f4dc9f2bb" providerId="Windows Live" clId="Web-{6EABCF49-9C6A-4F9E-A9FD-E6E74F16F254}" dt="2026-09-24T08:45:08.170" v="60" actId="1076"/>
        <pc:sldMkLst>
          <pc:docMk/>
          <pc:sldMk cId="4228572016" sldId="260"/>
        </pc:sldMkLst>
        <pc:spChg chg="add del mod">
          <ac:chgData name="Oliver Kandir" userId="d01d181f4dc9f2bb" providerId="Windows Live" clId="Web-{6EABCF49-9C6A-4F9E-A9FD-E6E74F16F254}" dt="2026-09-24T08:25:16.014" v="16"/>
          <ac:spMkLst>
            <pc:docMk/>
            <pc:sldMk cId="4228572016" sldId="260"/>
            <ac:spMk id="3" creationId="{AD462527-15D5-FE53-937F-9D8C7D424B6F}"/>
          </ac:spMkLst>
        </pc:spChg>
        <pc:spChg chg="mod">
          <ac:chgData name="Oliver Kandir" userId="d01d181f4dc9f2bb" providerId="Windows Live" clId="Web-{6EABCF49-9C6A-4F9E-A9FD-E6E74F16F254}" dt="2026-09-24T08:10:50.041" v="14" actId="20577"/>
          <ac:spMkLst>
            <pc:docMk/>
            <pc:sldMk cId="4228572016" sldId="260"/>
            <ac:spMk id="5" creationId="{C2E01DB5-ACDB-E7D8-6577-B6C3AC6F5CE7}"/>
          </ac:spMkLst>
        </pc:spChg>
        <pc:spChg chg="add mod">
          <ac:chgData name="Oliver Kandir" userId="d01d181f4dc9f2bb" providerId="Windows Live" clId="Web-{6EABCF49-9C6A-4F9E-A9FD-E6E74F16F254}" dt="2026-09-24T08:45:08.123" v="59" actId="20577"/>
          <ac:spMkLst>
            <pc:docMk/>
            <pc:sldMk cId="4228572016" sldId="260"/>
            <ac:spMk id="7" creationId="{1D780CB4-319D-C875-20BC-CC14A6AB168C}"/>
          </ac:spMkLst>
        </pc:spChg>
        <pc:picChg chg="add mod ord">
          <ac:chgData name="Oliver Kandir" userId="d01d181f4dc9f2bb" providerId="Windows Live" clId="Web-{6EABCF49-9C6A-4F9E-A9FD-E6E74F16F254}" dt="2026-09-24T08:45:08.170" v="60" actId="1076"/>
          <ac:picMkLst>
            <pc:docMk/>
            <pc:sldMk cId="4228572016" sldId="260"/>
            <ac:picMk id="4" creationId="{36BE46B6-F2C1-415D-9382-7482A78E0A45}"/>
          </ac:picMkLst>
        </pc:picChg>
        <pc:picChg chg="del">
          <ac:chgData name="Oliver Kandir" userId="d01d181f4dc9f2bb" providerId="Windows Live" clId="Web-{6EABCF49-9C6A-4F9E-A9FD-E6E74F16F254}" dt="2026-09-24T08:10:54.260" v="15"/>
          <ac:picMkLst>
            <pc:docMk/>
            <pc:sldMk cId="4228572016" sldId="260"/>
            <ac:picMk id="6" creationId="{0BB5D709-C3E2-CDDF-0BA7-E00283D0565E}"/>
          </ac:picMkLst>
        </pc:picChg>
      </pc:sldChg>
      <pc:sldChg chg="addSp delSp modSp new">
        <pc:chgData name="Oliver Kandir" userId="d01d181f4dc9f2bb" providerId="Windows Live" clId="Web-{6EABCF49-9C6A-4F9E-A9FD-E6E74F16F254}" dt="2026-09-24T08:52:19.337" v="120" actId="20577"/>
        <pc:sldMkLst>
          <pc:docMk/>
          <pc:sldMk cId="506310533" sldId="261"/>
        </pc:sldMkLst>
        <pc:spChg chg="mod">
          <ac:chgData name="Oliver Kandir" userId="d01d181f4dc9f2bb" providerId="Windows Live" clId="Web-{6EABCF49-9C6A-4F9E-A9FD-E6E74F16F254}" dt="2026-09-24T08:52:19.337" v="120" actId="20577"/>
          <ac:spMkLst>
            <pc:docMk/>
            <pc:sldMk cId="506310533" sldId="261"/>
            <ac:spMk id="2" creationId="{3BA750F3-2421-81C5-4542-D808C0209494}"/>
          </ac:spMkLst>
        </pc:spChg>
        <pc:spChg chg="del mod">
          <ac:chgData name="Oliver Kandir" userId="d01d181f4dc9f2bb" providerId="Windows Live" clId="Web-{6EABCF49-9C6A-4F9E-A9FD-E6E74F16F254}" dt="2026-09-24T08:30:08.007" v="32"/>
          <ac:spMkLst>
            <pc:docMk/>
            <pc:sldMk cId="506310533" sldId="261"/>
            <ac:spMk id="3" creationId="{D875DCA5-03DC-6153-E590-9C61BDD0D6CA}"/>
          </ac:spMkLst>
        </pc:spChg>
        <pc:spChg chg="add del mod">
          <ac:chgData name="Oliver Kandir" userId="d01d181f4dc9f2bb" providerId="Windows Live" clId="Web-{6EABCF49-9C6A-4F9E-A9FD-E6E74F16F254}" dt="2026-09-24T08:32:28.011" v="36"/>
          <ac:spMkLst>
            <pc:docMk/>
            <pc:sldMk cId="506310533" sldId="261"/>
            <ac:spMk id="6" creationId="{3858C84B-7668-0507-8D5B-3D5D2C2898F9}"/>
          </ac:spMkLst>
        </pc:spChg>
        <pc:picChg chg="add del mod ord">
          <ac:chgData name="Oliver Kandir" userId="d01d181f4dc9f2bb" providerId="Windows Live" clId="Web-{6EABCF49-9C6A-4F9E-A9FD-E6E74F16F254}" dt="2026-09-24T08:32:17.682" v="35"/>
          <ac:picMkLst>
            <pc:docMk/>
            <pc:sldMk cId="506310533" sldId="261"/>
            <ac:picMk id="4" creationId="{7F673711-D0CA-11A7-EB25-92323E4AEFEA}"/>
          </ac:picMkLst>
        </pc:picChg>
        <pc:picChg chg="add mod ord">
          <ac:chgData name="Oliver Kandir" userId="d01d181f4dc9f2bb" providerId="Windows Live" clId="Web-{6EABCF49-9C6A-4F9E-A9FD-E6E74F16F254}" dt="2026-09-24T08:33:40.840" v="50" actId="1076"/>
          <ac:picMkLst>
            <pc:docMk/>
            <pc:sldMk cId="506310533" sldId="261"/>
            <ac:picMk id="7" creationId="{215288EA-073E-1102-C079-B2A6BB97ECBA}"/>
          </ac:picMkLst>
        </pc:picChg>
        <pc:picChg chg="add del mod">
          <ac:chgData name="Oliver Kandir" userId="d01d181f4dc9f2bb" providerId="Windows Live" clId="Web-{6EABCF49-9C6A-4F9E-A9FD-E6E74F16F254}" dt="2026-09-24T08:32:49.636" v="41"/>
          <ac:picMkLst>
            <pc:docMk/>
            <pc:sldMk cId="506310533" sldId="261"/>
            <ac:picMk id="9" creationId="{A28768D4-379B-5A47-DEE9-6CE3A254097C}"/>
          </ac:picMkLst>
        </pc:picChg>
        <pc:picChg chg="add mod">
          <ac:chgData name="Oliver Kandir" userId="d01d181f4dc9f2bb" providerId="Windows Live" clId="Web-{6EABCF49-9C6A-4F9E-A9FD-E6E74F16F254}" dt="2026-09-24T08:45:38.718" v="61" actId="14100"/>
          <ac:picMkLst>
            <pc:docMk/>
            <pc:sldMk cId="506310533" sldId="261"/>
            <ac:picMk id="10" creationId="{6A5720FE-CA15-F937-C7B6-72535900A1C5}"/>
          </ac:picMkLst>
        </pc:picChg>
      </pc:sldChg>
      <pc:sldChg chg="add del">
        <pc:chgData name="Oliver Kandir" userId="d01d181f4dc9f2bb" providerId="Windows Live" clId="Web-{6EABCF49-9C6A-4F9E-A9FD-E6E74F16F254}" dt="2026-09-24T08:32:55.589" v="42"/>
        <pc:sldMkLst>
          <pc:docMk/>
          <pc:sldMk cId="333394259" sldId="262"/>
        </pc:sldMkLst>
      </pc:sldChg>
    </pc:docChg>
  </pc:docChgLst>
  <pc:docChgLst>
    <pc:chgData clId="Web-{85FF1139-44E9-4376-9FF3-3C4CB840566D}"/>
    <pc:docChg chg="addSld">
      <pc:chgData name="" userId="" providerId="" clId="Web-{85FF1139-44E9-4376-9FF3-3C4CB840566D}" dt="2026-09-24T08:57:27.920" v="0"/>
      <pc:docMkLst>
        <pc:docMk/>
      </pc:docMkLst>
      <pc:sldChg chg="add replId">
        <pc:chgData name="" userId="" providerId="" clId="Web-{85FF1139-44E9-4376-9FF3-3C4CB840566D}" dt="2026-09-24T08:57:27.920" v="0"/>
        <pc:sldMkLst>
          <pc:docMk/>
          <pc:sldMk cId="1306444498" sldId="262"/>
        </pc:sldMkLst>
      </pc:sldChg>
    </pc:docChg>
  </pc:docChgLst>
  <pc:docChgLst>
    <pc:chgData name="Oliver Kandir" userId="d01d181f4dc9f2bb" providerId="Windows Live" clId="Web-{F79DD998-EC33-4FDC-975E-9CC2391D618F}"/>
    <pc:docChg chg="modSld">
      <pc:chgData name="Oliver Kandir" userId="d01d181f4dc9f2bb" providerId="Windows Live" clId="Web-{F79DD998-EC33-4FDC-975E-9CC2391D618F}" dt="2026-09-24T19:25:02.322" v="12" actId="20577"/>
      <pc:docMkLst>
        <pc:docMk/>
      </pc:docMkLst>
      <pc:sldChg chg="modSp">
        <pc:chgData name="Oliver Kandir" userId="d01d181f4dc9f2bb" providerId="Windows Live" clId="Web-{F79DD998-EC33-4FDC-975E-9CC2391D618F}" dt="2026-09-24T19:25:02.322" v="12" actId="20577"/>
        <pc:sldMkLst>
          <pc:docMk/>
          <pc:sldMk cId="1320554229" sldId="267"/>
        </pc:sldMkLst>
        <pc:spChg chg="mod">
          <ac:chgData name="Oliver Kandir" userId="d01d181f4dc9f2bb" providerId="Windows Live" clId="Web-{F79DD998-EC33-4FDC-975E-9CC2391D618F}" dt="2026-09-24T19:25:02.322" v="12" actId="20577"/>
          <ac:spMkLst>
            <pc:docMk/>
            <pc:sldMk cId="1320554229" sldId="267"/>
            <ac:spMk id="4" creationId="{30A0E4A0-0A91-0E02-C284-7A5917135C30}"/>
          </ac:spMkLst>
        </pc:spChg>
      </pc:sldChg>
      <pc:sldChg chg="modSp">
        <pc:chgData name="Oliver Kandir" userId="d01d181f4dc9f2bb" providerId="Windows Live" clId="Web-{F79DD998-EC33-4FDC-975E-9CC2391D618F}" dt="2026-09-24T18:36:04.747" v="4" actId="14100"/>
        <pc:sldMkLst>
          <pc:docMk/>
          <pc:sldMk cId="4273755970" sldId="273"/>
        </pc:sldMkLst>
        <pc:spChg chg="mod">
          <ac:chgData name="Oliver Kandir" userId="d01d181f4dc9f2bb" providerId="Windows Live" clId="Web-{F79DD998-EC33-4FDC-975E-9CC2391D618F}" dt="2026-09-24T18:36:04.747" v="4" actId="14100"/>
          <ac:spMkLst>
            <pc:docMk/>
            <pc:sldMk cId="4273755970" sldId="273"/>
            <ac:spMk id="4" creationId="{C9C46311-7446-7DDF-E6ED-5438F204D77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595EAD1-9200-DDD9-8F6D-AD5C90E1D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A13483-A24C-97DB-1FAB-B1EE383D67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67300" y="-429"/>
            <a:ext cx="7142987" cy="6858429"/>
          </a:xfrm>
          <a:prstGeom prst="rect">
            <a:avLst/>
          </a:prstGeom>
          <a:gradFill>
            <a:gsLst>
              <a:gs pos="0">
                <a:srgbClr val="FF411C"/>
              </a:gs>
              <a:gs pos="100000">
                <a:srgbClr val="92248E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CBF15A-228E-7325-6D7D-982EA5375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67301" y="0"/>
            <a:ext cx="7158340" cy="6858000"/>
          </a:xfrm>
          <a:prstGeom prst="rect">
            <a:avLst/>
          </a:prstGeom>
          <a:gradFill>
            <a:gsLst>
              <a:gs pos="27000">
                <a:srgbClr val="DA002F">
                  <a:alpha val="6000"/>
                </a:srgbClr>
              </a:gs>
              <a:gs pos="98000">
                <a:srgbClr val="9B3597">
                  <a:alpha val="72941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BC545E-CFDF-A40B-046E-AEC9E529B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5067300" y="4571999"/>
            <a:ext cx="7140054" cy="2286000"/>
          </a:xfrm>
          <a:prstGeom prst="rect">
            <a:avLst/>
          </a:prstGeom>
          <a:gradFill>
            <a:gsLst>
              <a:gs pos="28000">
                <a:srgbClr val="FF907A">
                  <a:alpha val="40000"/>
                </a:srgbClr>
              </a:gs>
              <a:gs pos="100000">
                <a:srgbClr val="DA002F">
                  <a:alpha val="20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90503D3-D62B-0038-E24C-05C4B676AF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704304">
            <a:off x="6080918" y="830588"/>
            <a:ext cx="4998441" cy="4998441"/>
          </a:xfrm>
          <a:prstGeom prst="ellipse">
            <a:avLst/>
          </a:prstGeom>
          <a:gradFill>
            <a:gsLst>
              <a:gs pos="39000">
                <a:srgbClr val="FFDBCC">
                  <a:alpha val="0"/>
                </a:srgbClr>
              </a:gs>
              <a:gs pos="100000">
                <a:srgbClr val="FF907A">
                  <a:alpha val="20000"/>
                </a:srgb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87568" y="1270535"/>
            <a:ext cx="5513832" cy="288950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cap="all" spc="700" baseline="0" dirty="0">
                <a:solidFill>
                  <a:schemeClr val="tx1"/>
                </a:solidFill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87568" y="4974336"/>
            <a:ext cx="5715000" cy="14813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cap="all" spc="400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60A6A082-894A-7F2D-AA57-EBD48EAFBD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0673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687566" y="6455664"/>
            <a:ext cx="2902571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8425" y="6455664"/>
            <a:ext cx="2986167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AF2F4EA-388B-424B-AC17-965C10DAF675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6085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272" y="347472"/>
            <a:ext cx="9985248" cy="9601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3272" y="1563624"/>
            <a:ext cx="9985248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ACF9F-8FDB-4ADC-A9FD-4B179047B36A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203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CCAF72-A322-2B88-2E9E-10B288C83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2EF993-7F0D-4ECF-FD85-4AAFAAAF91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0" y="4571999"/>
            <a:ext cx="12192003" cy="2286219"/>
          </a:xfrm>
          <a:prstGeom prst="rect">
            <a:avLst/>
          </a:prstGeom>
          <a:gradFill>
            <a:gsLst>
              <a:gs pos="0">
                <a:srgbClr val="FF907A"/>
              </a:gs>
              <a:gs pos="100000">
                <a:srgbClr val="DA002F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D141E1-516D-D7D9-7CAC-EBABCB077C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4038600" y="4571779"/>
            <a:ext cx="8151938" cy="2286329"/>
          </a:xfrm>
          <a:prstGeom prst="rect">
            <a:avLst/>
          </a:prstGeom>
          <a:gradFill>
            <a:gsLst>
              <a:gs pos="0">
                <a:srgbClr val="FF5076">
                  <a:alpha val="0"/>
                </a:srgbClr>
              </a:gs>
              <a:gs pos="99000">
                <a:srgbClr val="91049C">
                  <a:alpha val="81961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973ECF1-2707-D092-89EA-AC6D4B79E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4834054">
            <a:off x="3015414" y="2996601"/>
            <a:ext cx="2352194" cy="3826944"/>
          </a:xfrm>
          <a:custGeom>
            <a:avLst/>
            <a:gdLst>
              <a:gd name="connsiteX0" fmla="*/ 2352194 w 2352194"/>
              <a:gd name="connsiteY0" fmla="*/ 8624 h 3826944"/>
              <a:gd name="connsiteX1" fmla="*/ 749804 w 2352194"/>
              <a:gd name="connsiteY1" fmla="*/ 3826944 h 3826944"/>
              <a:gd name="connsiteX2" fmla="*/ 566692 w 2352194"/>
              <a:gd name="connsiteY2" fmla="*/ 3648149 h 3826944"/>
              <a:gd name="connsiteX3" fmla="*/ 0 w 2352194"/>
              <a:gd name="connsiteY3" fmla="*/ 2181415 h 3826944"/>
              <a:gd name="connsiteX4" fmla="*/ 2181415 w 2352194"/>
              <a:gd name="connsiteY4" fmla="*/ 0 h 38269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52194" h="3826944">
                <a:moveTo>
                  <a:pt x="2352194" y="8624"/>
                </a:moveTo>
                <a:lnTo>
                  <a:pt x="749804" y="3826944"/>
                </a:lnTo>
                <a:lnTo>
                  <a:pt x="566692" y="3648149"/>
                </a:lnTo>
                <a:cubicBezTo>
                  <a:pt x="214596" y="3260758"/>
                  <a:pt x="0" y="2746147"/>
                  <a:pt x="0" y="2181415"/>
                </a:cubicBezTo>
                <a:cubicBezTo>
                  <a:pt x="0" y="976653"/>
                  <a:pt x="976652" y="0"/>
                  <a:pt x="2181415" y="0"/>
                </a:cubicBezTo>
                <a:close/>
              </a:path>
            </a:pathLst>
          </a:custGeom>
          <a:gradFill>
            <a:gsLst>
              <a:gs pos="0">
                <a:srgbClr val="FFBCAF">
                  <a:alpha val="33725"/>
                </a:srgbClr>
              </a:gs>
              <a:gs pos="100000">
                <a:srgbClr val="FF907A">
                  <a:alpha val="0"/>
                </a:srgbClr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09FDFDA-46A6-DCC7-FA34-612FC4BF81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3047998" y="4571999"/>
            <a:ext cx="9143999" cy="1841109"/>
          </a:xfrm>
          <a:prstGeom prst="rect">
            <a:avLst/>
          </a:prstGeom>
          <a:gradFill>
            <a:gsLst>
              <a:gs pos="0">
                <a:srgbClr val="FF411C">
                  <a:alpha val="29804"/>
                </a:srgbClr>
              </a:gs>
              <a:gs pos="78000">
                <a:srgbClr val="DA002F">
                  <a:alpha val="0"/>
                </a:srgb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520" y="4791456"/>
            <a:ext cx="10570464" cy="117043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cap="all" spc="700" baseline="0">
                <a:solidFill>
                  <a:schemeClr val="tx1"/>
                </a:solidFill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0" y="6025896"/>
            <a:ext cx="10579608" cy="42976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cap="all" spc="4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CC20621E-D3A1-DE2F-A48A-0A5F2795721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4572000"/>
          </a:xfrm>
          <a:blipFill dpi="0" rotWithShape="1">
            <a:blip r:embed="rId2">
              <a:alphaModFix amt="7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82602B3-F8C3-D957-5C3F-DF1749FA853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31520" y="6455664"/>
            <a:ext cx="35570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A0E38CC7-EEB9-1AD7-7B03-603746FE3FF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3D4AF38C-0923-462D-8E8F-DFB1FB3CD655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B153FF4E-D18A-13B0-6B0A-CF7AF0A5232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2733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595EAD1-9200-DDD9-8F6D-AD5C90E1D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2DD7BB-25B8-B7A3-8E13-EDE8E1090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0" y="0"/>
            <a:ext cx="6096000" cy="6868461"/>
          </a:xfrm>
          <a:prstGeom prst="rect">
            <a:avLst/>
          </a:prstGeom>
          <a:gradFill>
            <a:gsLst>
              <a:gs pos="0">
                <a:srgbClr val="FE4A00">
                  <a:alpha val="65882"/>
                </a:srgbClr>
              </a:gs>
              <a:gs pos="100000">
                <a:srgbClr val="A6025C"/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6C05D2-D53F-950D-185E-08B200EE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-18287" y="4582455"/>
            <a:ext cx="6114286" cy="2275539"/>
          </a:xfrm>
          <a:prstGeom prst="rect">
            <a:avLst/>
          </a:prstGeom>
          <a:gradFill>
            <a:gsLst>
              <a:gs pos="0">
                <a:srgbClr val="DA002F">
                  <a:alpha val="0"/>
                </a:srgbClr>
              </a:gs>
              <a:gs pos="99000">
                <a:srgbClr val="92248E">
                  <a:alpha val="26667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0AF5C2-3AA9-7510-308E-9D21678F7E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48955" y="532365"/>
            <a:ext cx="6878924" cy="5814190"/>
          </a:xfrm>
          <a:prstGeom prst="rect">
            <a:avLst/>
          </a:prstGeom>
          <a:gradFill>
            <a:gsLst>
              <a:gs pos="0">
                <a:srgbClr val="FE4A00">
                  <a:alpha val="0"/>
                </a:srgbClr>
              </a:gs>
              <a:gs pos="100000">
                <a:srgbClr val="A60296">
                  <a:alpha val="38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3D13448-08C3-4231-6CCA-F17E4C608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949046" y="1319084"/>
            <a:ext cx="4648799" cy="4648799"/>
          </a:xfrm>
          <a:prstGeom prst="ellipse">
            <a:avLst/>
          </a:pr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12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520" y="941832"/>
            <a:ext cx="4626864" cy="320954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cap="all" spc="700" baseline="0" dirty="0">
                <a:solidFill>
                  <a:schemeClr val="tx1"/>
                </a:solidFill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0" y="4974336"/>
            <a:ext cx="4626864" cy="145389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cap="all" spc="400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1520" y="6455664"/>
            <a:ext cx="4096512" cy="365760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5531B838-A2A1-4E5F-8CE5-ED5C785421C8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09744" y="6455664"/>
            <a:ext cx="54864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60A6A082-894A-7F2D-AA57-EBD48EAFBD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2952" y="0"/>
            <a:ext cx="6099048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643556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C58E3E8-0931-8EEE-FF77-1C25EBBE7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CE0C29-D9B0-E434-079F-9F0C40DF20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399562" y="1399556"/>
            <a:ext cx="6875820" cy="4076703"/>
          </a:xfrm>
          <a:prstGeom prst="rect">
            <a:avLst/>
          </a:prstGeom>
          <a:gradFill>
            <a:gsLst>
              <a:gs pos="11000">
                <a:srgbClr val="92248E"/>
              </a:gs>
              <a:gs pos="100000">
                <a:srgbClr val="FF411C">
                  <a:alpha val="8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9F604E-FEFA-3809-8244-5B72EE7BB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890124" y="3681875"/>
            <a:ext cx="2296453" cy="4076701"/>
          </a:xfrm>
          <a:prstGeom prst="rect">
            <a:avLst/>
          </a:prstGeom>
          <a:gradFill>
            <a:gsLst>
              <a:gs pos="0">
                <a:srgbClr val="DA002F">
                  <a:alpha val="55000"/>
                </a:srgbClr>
              </a:gs>
              <a:gs pos="100000">
                <a:srgbClr val="FF907A">
                  <a:alpha val="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D18E261-930C-6A44-A568-9DD2A88D35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rgbClr val="FFDBCC">
                  <a:alpha val="0"/>
                </a:srgbClr>
              </a:gs>
              <a:gs pos="100000">
                <a:srgbClr val="FF907A">
                  <a:alpha val="3000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850392"/>
            <a:ext cx="2935224" cy="3035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cap="all" spc="700" baseline="0">
                <a:solidFill>
                  <a:schemeClr val="tx1"/>
                </a:solidFill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5001768"/>
            <a:ext cx="2926080" cy="14904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sz="1600" cap="all" spc="400" baseline="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EEDD729C-2F42-9729-3280-C90669970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36F8F79-3CDB-6415-DDB2-2D674522D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004" y="6455664"/>
            <a:ext cx="54864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7911B295-8CBE-7949-8048-EBF414619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2648" y="6455664"/>
            <a:ext cx="3227832" cy="365760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B369E90C-83BE-474F-8867-84D9D4BA9A64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889FC6C-F243-CA40-35F8-13153EA5EBE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076700" y="0"/>
            <a:ext cx="8115300" cy="686845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801579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0FE7F8B-D1C1-6301-75A5-2EC4374F9A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 flipV="1">
            <a:off x="-14449" y="0"/>
            <a:ext cx="12224736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D8467A-A1B6-E7E6-CAD4-E63E0FE2CC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7227" y="-5046"/>
            <a:ext cx="12217513" cy="6865568"/>
          </a:xfrm>
          <a:prstGeom prst="rect">
            <a:avLst/>
          </a:prstGeom>
          <a:gradFill>
            <a:gsLst>
              <a:gs pos="0">
                <a:srgbClr val="FF411C">
                  <a:alpha val="66000"/>
                </a:srgbClr>
              </a:gs>
              <a:gs pos="99000">
                <a:srgbClr val="962077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A9C06E7-BC9C-2F5F-5DD1-D04EB713C6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 flipV="1">
            <a:off x="-25514" y="-5045"/>
            <a:ext cx="12217514" cy="6865568"/>
          </a:xfrm>
          <a:prstGeom prst="rect">
            <a:avLst/>
          </a:prstGeom>
          <a:gradFill>
            <a:gsLst>
              <a:gs pos="0">
                <a:srgbClr val="FA0036">
                  <a:alpha val="4000"/>
                </a:srgbClr>
              </a:gs>
              <a:gs pos="99000">
                <a:schemeClr val="accent2">
                  <a:alpha val="98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5261F8-8CD8-F2E0-C386-BE6A16D95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 flipH="1" flipV="1">
            <a:off x="3802775" y="-3817222"/>
            <a:ext cx="4571999" cy="12206450"/>
          </a:xfrm>
          <a:prstGeom prst="rect">
            <a:avLst/>
          </a:prstGeom>
          <a:gradFill>
            <a:gsLst>
              <a:gs pos="0">
                <a:srgbClr val="D861D4">
                  <a:alpha val="0"/>
                </a:srgbClr>
              </a:gs>
              <a:gs pos="100000">
                <a:srgbClr val="FF7037">
                  <a:alpha val="66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3D4A82C-6849-A88D-6D57-833E9A7481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168948" flipH="1" flipV="1">
            <a:off x="1027160" y="609473"/>
            <a:ext cx="5005754" cy="5005754"/>
          </a:xfrm>
          <a:prstGeom prst="ellipse">
            <a:avLst/>
          </a:pr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2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55CA38-7F60-D664-4EC0-C54B60C02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V="1">
            <a:off x="-1913484" y="1896512"/>
            <a:ext cx="6860522" cy="3062447"/>
          </a:xfrm>
          <a:prstGeom prst="rect">
            <a:avLst/>
          </a:prstGeom>
          <a:gradFill>
            <a:gsLst>
              <a:gs pos="0">
                <a:srgbClr val="FA0036">
                  <a:alpha val="62000"/>
                </a:srgbClr>
              </a:gs>
              <a:gs pos="77000">
                <a:srgbClr val="FF907A">
                  <a:alpha val="1600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7016" y="987552"/>
            <a:ext cx="7644384" cy="294436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0" cap="all" spc="700" baseline="0">
                <a:solidFill>
                  <a:schemeClr val="tx1"/>
                </a:solidFill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38728" y="5294376"/>
            <a:ext cx="7644384" cy="107899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cap="all" spc="4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7B5CA67-94ED-4C14-9B73-CCE5A85B4E93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1105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8C38FEA-146D-53B3-36B0-5CBD80406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9143995" y="0"/>
            <a:ext cx="3076356" cy="6858000"/>
          </a:xfrm>
          <a:prstGeom prst="rect">
            <a:avLst/>
          </a:prstGeom>
          <a:gradFill>
            <a:gsLst>
              <a:gs pos="0">
                <a:srgbClr val="FF907A"/>
              </a:gs>
              <a:gs pos="100000">
                <a:srgbClr val="DA002F">
                  <a:alpha val="85882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84D35E-A520-CA7A-97CB-6D815AB4CC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9143990" y="-1"/>
            <a:ext cx="3076355" cy="4572001"/>
          </a:xfrm>
          <a:prstGeom prst="rect">
            <a:avLst/>
          </a:prstGeom>
          <a:gradFill>
            <a:gsLst>
              <a:gs pos="26000">
                <a:srgbClr val="FE4A00">
                  <a:alpha val="0"/>
                </a:srgbClr>
              </a:gs>
              <a:gs pos="100000">
                <a:srgbClr val="DA002F">
                  <a:alpha val="65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5E890B-58C1-DD36-E90B-FFF0BE0C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7253161" y="1890822"/>
            <a:ext cx="6858001" cy="3076355"/>
          </a:xfrm>
          <a:prstGeom prst="rect">
            <a:avLst/>
          </a:prstGeom>
          <a:gradFill>
            <a:gsLst>
              <a:gs pos="2000">
                <a:srgbClr val="9B3597"/>
              </a:gs>
              <a:gs pos="60000">
                <a:srgbClr val="D861D4">
                  <a:alpha val="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BCD52CC-E8F2-3220-AE19-8A482DD1F2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508972">
            <a:off x="7949750" y="1673989"/>
            <a:ext cx="3201591" cy="4397456"/>
          </a:xfrm>
          <a:custGeom>
            <a:avLst/>
            <a:gdLst>
              <a:gd name="connsiteX0" fmla="*/ 3201591 w 3201591"/>
              <a:gd name="connsiteY0" fmla="*/ 4296647 h 4397456"/>
              <a:gd name="connsiteX1" fmla="*/ 3007294 w 3201591"/>
              <a:gd name="connsiteY1" fmla="*/ 4346606 h 4397456"/>
              <a:gd name="connsiteX2" fmla="*/ 2502877 w 3201591"/>
              <a:gd name="connsiteY2" fmla="*/ 4397456 h 4397456"/>
              <a:gd name="connsiteX3" fmla="*/ 0 w 3201591"/>
              <a:gd name="connsiteY3" fmla="*/ 1894579 h 4397456"/>
              <a:gd name="connsiteX4" fmla="*/ 733076 w 3201591"/>
              <a:gd name="connsiteY4" fmla="*/ 124777 h 4397456"/>
              <a:gd name="connsiteX5" fmla="*/ 870365 w 3201591"/>
              <a:gd name="connsiteY5" fmla="*/ 0 h 4397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201591" h="4397456">
                <a:moveTo>
                  <a:pt x="3201591" y="4296647"/>
                </a:moveTo>
                <a:lnTo>
                  <a:pt x="3007294" y="4346606"/>
                </a:lnTo>
                <a:cubicBezTo>
                  <a:pt x="2844362" y="4379947"/>
                  <a:pt x="2675664" y="4397456"/>
                  <a:pt x="2502877" y="4397456"/>
                </a:cubicBezTo>
                <a:cubicBezTo>
                  <a:pt x="1120576" y="4397456"/>
                  <a:pt x="0" y="3276880"/>
                  <a:pt x="0" y="1894579"/>
                </a:cubicBezTo>
                <a:cubicBezTo>
                  <a:pt x="0" y="1203428"/>
                  <a:pt x="280144" y="577709"/>
                  <a:pt x="733076" y="124777"/>
                </a:cubicBezTo>
                <a:lnTo>
                  <a:pt x="870365" y="0"/>
                </a:lnTo>
                <a:close/>
              </a:path>
            </a:pathLst>
          </a:cu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1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520" y="612648"/>
            <a:ext cx="7004304" cy="355701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800" cap="all" spc="550" baseline="0"/>
            </a:lvl1pPr>
          </a:lstStyle>
          <a:p>
            <a:pPr lvl="0">
              <a:lnSpc>
                <a:spcPct val="11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0" y="4965192"/>
            <a:ext cx="6391656" cy="14904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cap="all" spc="400" baseline="0"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FED2F463-51E0-AB87-A5B5-6942461AD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0796B80-FA43-2B89-5F9F-72443F8E5C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954909" y="6455664"/>
            <a:ext cx="347286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723C116-3055-4F7F-9A49-EB260F9EF6F6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C1096F3-B460-B6B3-0D52-AEFDD7F69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9489" y="6455664"/>
            <a:ext cx="54864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19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4E2F783-0ED7-1F0B-219A-198549E350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6" y="-25866"/>
            <a:ext cx="12192005" cy="4589428"/>
          </a:xfrm>
          <a:prstGeom prst="rect">
            <a:avLst/>
          </a:prstGeom>
          <a:gradFill>
            <a:gsLst>
              <a:gs pos="8000">
                <a:srgbClr val="D861D4"/>
              </a:gs>
              <a:gs pos="100000">
                <a:srgbClr val="DA002F">
                  <a:alpha val="85000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F09062-D41B-0E2E-C1C0-F27562ED95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3805950" y="-3822495"/>
            <a:ext cx="4580101" cy="12191999"/>
          </a:xfrm>
          <a:prstGeom prst="rect">
            <a:avLst/>
          </a:prstGeom>
          <a:gradFill>
            <a:gsLst>
              <a:gs pos="0">
                <a:srgbClr val="FE4A00">
                  <a:alpha val="50000"/>
                </a:srgbClr>
              </a:gs>
              <a:gs pos="99000">
                <a:srgbClr val="A3299D"/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A6D366-64E2-13D3-2734-861E811E1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8150806" y="-25872"/>
            <a:ext cx="4041192" cy="4589427"/>
          </a:xfrm>
          <a:prstGeom prst="rect">
            <a:avLst/>
          </a:prstGeom>
          <a:gradFill>
            <a:gsLst>
              <a:gs pos="0">
                <a:srgbClr val="DA002F">
                  <a:alpha val="0"/>
                </a:srgbClr>
              </a:gs>
              <a:gs pos="84000">
                <a:srgbClr val="FF907A">
                  <a:alpha val="32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E5B9BA8-AE27-B639-DB51-7E498FA94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508972">
            <a:off x="5485611" y="-1118641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41000">
                <a:srgbClr val="FF907A">
                  <a:alpha val="0"/>
                </a:srgbClr>
              </a:gs>
              <a:gs pos="100000">
                <a:srgbClr val="FFBCAF">
                  <a:alpha val="33000"/>
                </a:srgbClr>
              </a:gs>
            </a:gsLst>
            <a:lin ang="12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520" y="585216"/>
            <a:ext cx="6858000" cy="3200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cap="all" spc="550" baseline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1520" y="4965192"/>
            <a:ext cx="6391656" cy="14904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cap="all" spc="400" baseline="0" dirty="0"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EEDD729C-2F42-9729-3280-C90669970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7" name="Date Placeholder 16">
            <a:extLst>
              <a:ext uri="{FF2B5EF4-FFF2-40B4-BE49-F238E27FC236}">
                <a16:creationId xmlns:a16="http://schemas.microsoft.com/office/drawing/2014/main" id="{7911B295-8CBE-7949-8048-EBF4146192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6A5EF91-D53E-428D-B2CB-7C1F753E44DB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036F8F79-3CDB-6415-DDB2-2D674522D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1022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61BDDB7-A96E-2151-63B9-28A103D980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7229" y="-2522"/>
            <a:ext cx="12217516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A992C5-451E-EC0E-D54A-B0AA21D57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227" y="-5045"/>
            <a:ext cx="12217513" cy="6860523"/>
          </a:xfrm>
          <a:prstGeom prst="rect">
            <a:avLst/>
          </a:prstGeom>
          <a:gradFill>
            <a:gsLst>
              <a:gs pos="0">
                <a:srgbClr val="FF411C">
                  <a:alpha val="66000"/>
                </a:srgbClr>
              </a:gs>
              <a:gs pos="99000">
                <a:srgbClr val="962077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4914C5-E872-F937-694B-9226A87D21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7226" y="-5045"/>
            <a:ext cx="12203060" cy="6863044"/>
          </a:xfrm>
          <a:prstGeom prst="rect">
            <a:avLst/>
          </a:prstGeom>
          <a:gradFill>
            <a:gsLst>
              <a:gs pos="0">
                <a:srgbClr val="FA0036">
                  <a:alpha val="4000"/>
                </a:srgbClr>
              </a:gs>
              <a:gs pos="99000">
                <a:srgbClr val="92248E">
                  <a:alpha val="97647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2BF5D5-EB9E-9501-6A32-C2BB4C8ED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4958529" y="-4965758"/>
            <a:ext cx="2286000" cy="12217514"/>
          </a:xfrm>
          <a:prstGeom prst="rect">
            <a:avLst/>
          </a:prstGeom>
          <a:gradFill>
            <a:gsLst>
              <a:gs pos="20000">
                <a:srgbClr val="D861D4">
                  <a:alpha val="0"/>
                </a:srgbClr>
              </a:gs>
              <a:gs pos="100000">
                <a:srgbClr val="FF7037">
                  <a:alpha val="66000"/>
                </a:srgb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0768E01-CF59-AC8E-6819-61512B528C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8431052" flipH="1">
            <a:off x="1403739" y="524809"/>
            <a:ext cx="5005754" cy="5005754"/>
          </a:xfrm>
          <a:prstGeom prst="ellipse">
            <a:avLst/>
          </a:pr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2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6865A1-AC73-67A9-BC14-E75D3F26BD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1913484" y="1896512"/>
            <a:ext cx="6860522" cy="3062447"/>
          </a:xfrm>
          <a:prstGeom prst="rect">
            <a:avLst/>
          </a:prstGeom>
          <a:gradFill>
            <a:gsLst>
              <a:gs pos="0">
                <a:srgbClr val="FA0036">
                  <a:alpha val="31000"/>
                </a:srgbClr>
              </a:gs>
              <a:gs pos="43000">
                <a:srgbClr val="FF907A">
                  <a:alpha val="1600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600" y="2807208"/>
            <a:ext cx="7772400" cy="3346704"/>
          </a:xfrm>
        </p:spPr>
        <p:txBody>
          <a:bodyPr anchor="t">
            <a:normAutofit/>
          </a:bodyPr>
          <a:lstStyle>
            <a:lvl1pPr>
              <a:lnSpc>
                <a:spcPct val="110000"/>
              </a:lnSpc>
              <a:defRPr sz="5400" cap="all" spc="7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4EA7F42-44CA-4E2D-BE54-54E50F1A95AA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4145AC3-CC88-4C8A-A6CE-8D44921B6A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5944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B2555FD-4C27-26F9-D396-F44BD2552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4D9F56-D5FE-5416-E898-561CCD18E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226" y="2522"/>
            <a:ext cx="12210294" cy="6855478"/>
          </a:xfrm>
          <a:prstGeom prst="rect">
            <a:avLst/>
          </a:prstGeom>
          <a:gradFill>
            <a:gsLst>
              <a:gs pos="0">
                <a:srgbClr val="FF411C">
                  <a:alpha val="66000"/>
                </a:srgbClr>
              </a:gs>
              <a:gs pos="99000">
                <a:srgbClr val="962077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E312D2-549E-F681-7F68-B8AAD2F76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383414" y="0"/>
            <a:ext cx="11826874" cy="6858000"/>
          </a:xfrm>
          <a:prstGeom prst="rect">
            <a:avLst/>
          </a:prstGeom>
          <a:gradFill>
            <a:gsLst>
              <a:gs pos="0">
                <a:srgbClr val="FA0036">
                  <a:alpha val="4000"/>
                </a:srgbClr>
              </a:gs>
              <a:gs pos="99000">
                <a:srgbClr val="92248E">
                  <a:alpha val="97647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C4FFFC-E214-3024-4ED7-32DAAA7A66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4945773" y="-4953002"/>
            <a:ext cx="2286000" cy="12192001"/>
          </a:xfrm>
          <a:prstGeom prst="rect">
            <a:avLst/>
          </a:prstGeom>
          <a:gradFill>
            <a:gsLst>
              <a:gs pos="20000">
                <a:srgbClr val="D861D4">
                  <a:alpha val="0"/>
                </a:srgbClr>
              </a:gs>
              <a:gs pos="100000">
                <a:srgbClr val="FF7037">
                  <a:alpha val="66000"/>
                </a:srgb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63C23C4-6670-C4D3-CA25-EAF7EB91A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048" y="-5047"/>
            <a:ext cx="12188952" cy="6420678"/>
          </a:xfrm>
          <a:prstGeom prst="rect">
            <a:avLst/>
          </a:prstGeom>
          <a:gradFill>
            <a:gsLst>
              <a:gs pos="0">
                <a:srgbClr val="FA0036">
                  <a:alpha val="22000"/>
                </a:srgbClr>
              </a:gs>
              <a:gs pos="52000">
                <a:srgbClr val="FF907A">
                  <a:alpha val="0"/>
                </a:srgb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AF9AED1-BD83-3598-C1F0-DC7ED01509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0481594" flipH="1">
            <a:off x="6172247" y="626278"/>
            <a:ext cx="5005754" cy="5005754"/>
          </a:xfrm>
          <a:prstGeom prst="ellipse">
            <a:avLst/>
          </a:pr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1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2596896"/>
            <a:ext cx="8933688" cy="3566160"/>
          </a:xfrm>
        </p:spPr>
        <p:txBody>
          <a:bodyPr anchor="b">
            <a:normAutofit/>
          </a:bodyPr>
          <a:lstStyle>
            <a:lvl1pPr>
              <a:lnSpc>
                <a:spcPct val="110000"/>
              </a:lnSpc>
              <a:defRPr sz="6000" cap="all" spc="7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5F6D2C8-34B4-4D49-8BA1-BACB1E5E91D7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4145AC3-CC88-4C8A-A6CE-8D44921B6A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1183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3735CD2-2790-A02E-C1A3-EB251A110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2" y="0"/>
            <a:ext cx="6096000" cy="6858000"/>
          </a:xfrm>
          <a:prstGeom prst="rect">
            <a:avLst/>
          </a:prstGeom>
          <a:gradFill>
            <a:gsLst>
              <a:gs pos="8000">
                <a:srgbClr val="FF907A"/>
              </a:gs>
              <a:gs pos="100000">
                <a:srgbClr val="DA002F">
                  <a:alpha val="88627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7BCFA5-D41F-08E8-0C59-3B6D1AE8FC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17416"/>
            <a:ext cx="5067300" cy="6840156"/>
          </a:xfrm>
          <a:prstGeom prst="rect">
            <a:avLst/>
          </a:prstGeom>
          <a:gradFill>
            <a:gsLst>
              <a:gs pos="22000">
                <a:srgbClr val="FF5076">
                  <a:alpha val="0"/>
                </a:srgbClr>
              </a:gs>
              <a:gs pos="99000">
                <a:srgbClr val="92248E">
                  <a:alpha val="91765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833A7D-2BA4-F824-376C-8607C290E9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20998" y="723590"/>
            <a:ext cx="6595192" cy="5638799"/>
          </a:xfrm>
          <a:prstGeom prst="rect">
            <a:avLst/>
          </a:prstGeom>
          <a:gradFill>
            <a:gsLst>
              <a:gs pos="2000">
                <a:srgbClr val="DA002F">
                  <a:alpha val="18824"/>
                </a:srgbClr>
              </a:gs>
              <a:gs pos="57000">
                <a:srgbClr val="FE4A00">
                  <a:alpha val="0"/>
                </a:srgb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CFC381E-3DA3-22D7-F3CB-6FF3B17D68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508972">
            <a:off x="652110" y="716188"/>
            <a:ext cx="5005754" cy="5005754"/>
          </a:xfrm>
          <a:prstGeom prst="ellipse">
            <a:avLst/>
          </a:pr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22745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0" y="2029968"/>
            <a:ext cx="4398264" cy="282549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4000" cap="all" spc="7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004304" y="584688"/>
            <a:ext cx="4517136" cy="5688623"/>
          </a:xfrm>
        </p:spPr>
        <p:txBody>
          <a:bodyPr vert="horz" lIns="91440" tIns="45720" rIns="91440" bIns="45720" rtlCol="0" anchor="ctr">
            <a:normAutofit/>
          </a:bodyPr>
          <a:lstStyle>
            <a:lvl1pPr marL="342900" indent="-342900">
              <a:buFont typeface="+mj-lt"/>
              <a:buAutoNum type="arabicPeriod"/>
              <a:defRPr lang="en-US" sz="1800"/>
            </a:lvl1pPr>
            <a:lvl2pPr marL="571500" indent="-3429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7FA98E2-6F7F-4A51-8E1F-EB59A50F0269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3562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CBB6C2A-5CA9-E68C-069E-E0E25559DC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1" y="6408743"/>
            <a:ext cx="12191998" cy="449257"/>
          </a:xfrm>
          <a:prstGeom prst="rect">
            <a:avLst/>
          </a:prstGeom>
          <a:gradFill>
            <a:gsLst>
              <a:gs pos="34000">
                <a:srgbClr val="FE4A00">
                  <a:alpha val="72941"/>
                </a:srgbClr>
              </a:gs>
              <a:gs pos="100000">
                <a:srgbClr val="DA002F">
                  <a:alpha val="88627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80550C-DE5E-1065-0630-D03C188FD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1" y="6408742"/>
            <a:ext cx="6281929" cy="449258"/>
          </a:xfrm>
          <a:prstGeom prst="rect">
            <a:avLst/>
          </a:prstGeom>
          <a:gradFill>
            <a:gsLst>
              <a:gs pos="0">
                <a:srgbClr val="FD5353">
                  <a:alpha val="54902"/>
                </a:srgbClr>
              </a:gs>
              <a:gs pos="99000">
                <a:srgbClr val="972D8F">
                  <a:alpha val="73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86600" y="1014984"/>
            <a:ext cx="4489704" cy="1463040"/>
          </a:xfrm>
        </p:spPr>
        <p:txBody>
          <a:bodyPr anchor="t">
            <a:normAutofit/>
          </a:bodyPr>
          <a:lstStyle>
            <a:lvl1pPr>
              <a:defRPr sz="4000" cap="all" spc="7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46617FE-5546-1330-38DE-729B1DB01C4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-1"/>
            <a:ext cx="6281928" cy="6411311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86600" y="2633472"/>
            <a:ext cx="4498848" cy="2980944"/>
          </a:xfrm>
        </p:spPr>
        <p:txBody>
          <a:bodyPr anchor="b"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rabicPeriod"/>
              <a:defRPr sz="1600"/>
            </a:lvl2pPr>
            <a:lvl3pPr marL="685800" indent="-228600">
              <a:buFont typeface="+mj-lt"/>
              <a:buAutoNum type="arabicPeriod"/>
              <a:defRPr sz="1400"/>
            </a:lvl3pPr>
            <a:lvl4pPr marL="914400" indent="-228600">
              <a:buFont typeface="+mj-lt"/>
              <a:buAutoNum type="arabicPeriod"/>
              <a:defRPr sz="1400"/>
            </a:lvl4pPr>
            <a:lvl5pPr marL="1143000" indent="-2286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9C33D4E-E2BE-E898-8127-4DC0FEE7EF6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37160" y="6455664"/>
            <a:ext cx="355701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53B13C-4F7F-491E-137A-C175D2F343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50BB71E-4F8F-41C0-A92F-F3C4EFE8AC7B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65A4B81-1CBB-716F-B325-C1ECB6BA25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0233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272" y="2103120"/>
            <a:ext cx="4325112" cy="2454796"/>
          </a:xfrm>
        </p:spPr>
        <p:txBody>
          <a:bodyPr anchor="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103120"/>
            <a:ext cx="4325112" cy="245973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  <a:lvl2pPr marL="228600" indent="0">
              <a:buNone/>
              <a:defRPr lang="en-US" sz="1800" dirty="0"/>
            </a:lvl2pPr>
            <a:lvl3pPr marL="457200" indent="0">
              <a:buNone/>
              <a:defRPr lang="en-US" sz="1600" dirty="0"/>
            </a:lvl3pPr>
            <a:lvl4pPr marL="685800" indent="0">
              <a:buNone/>
              <a:defRPr lang="en-US" sz="14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3436-5FD3-4DBA-BA14-7BB2834C5EC5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7418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1600200"/>
            <a:ext cx="3813048" cy="299923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711371" y="1600200"/>
            <a:ext cx="4892656" cy="36576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/>
            </a:lvl1pPr>
            <a:lvl2pPr>
              <a:defRPr lang="en-US"/>
            </a:lvl2pPr>
            <a:lvl3pPr>
              <a:defRPr lang="en-US"/>
            </a:lvl3pPr>
            <a:lvl4pPr>
              <a:defRPr lang="en-US"/>
            </a:lvl4pPr>
            <a:lvl5pPr>
              <a:defRPr lang="en-US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DB3D6C-C357-4A18-98FF-C5DAE1A10B46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5640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1600200"/>
            <a:ext cx="3611880" cy="299923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65776" y="1600200"/>
            <a:ext cx="6135624" cy="42976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848E0B-8A0C-48E4-ADBA-2AC6A8CE7CBF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5867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704088"/>
            <a:ext cx="3547872" cy="496519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65776" y="704088"/>
            <a:ext cx="6394704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DCCA7-F1A7-4374-A53E-DDBF6669B4DA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5543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704088"/>
            <a:ext cx="2916936" cy="291693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88626" y="704088"/>
            <a:ext cx="713232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A4E53C8-4441-4494-9A33-9A60A8C010FF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48575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98606AF-234E-F01C-E350-3E326E5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11209" y="0"/>
            <a:ext cx="12203208" cy="1698952"/>
          </a:xfrm>
          <a:prstGeom prst="rect">
            <a:avLst/>
          </a:prstGeom>
          <a:gradFill>
            <a:gsLst>
              <a:gs pos="0">
                <a:srgbClr val="DA002F"/>
              </a:gs>
              <a:gs pos="100000">
                <a:srgbClr val="FF8463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E6AE3A-A1C7-E9CA-615A-87942C8FD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11210" y="4199"/>
            <a:ext cx="8126510" cy="1694753"/>
          </a:xfrm>
          <a:prstGeom prst="rect">
            <a:avLst/>
          </a:prstGeom>
          <a:gradFill>
            <a:gsLst>
              <a:gs pos="37000">
                <a:srgbClr val="FF6C4F">
                  <a:alpha val="41961"/>
                </a:srgbClr>
              </a:gs>
              <a:gs pos="99000">
                <a:srgbClr val="DA002F">
                  <a:alpha val="50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082EBC-AF50-5C78-B731-0C4380660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66" y="-6046"/>
            <a:ext cx="12197741" cy="1694753"/>
          </a:xfrm>
          <a:prstGeom prst="rect">
            <a:avLst/>
          </a:prstGeom>
          <a:gradFill>
            <a:gsLst>
              <a:gs pos="32000">
                <a:srgbClr val="D861D4">
                  <a:alpha val="0"/>
                </a:srgbClr>
              </a:gs>
              <a:gs pos="100000">
                <a:srgbClr val="93258E">
                  <a:alpha val="65882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272" y="347472"/>
            <a:ext cx="9875520" cy="1033272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3272" y="2203703"/>
            <a:ext cx="9875520" cy="4067623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" y="6455664"/>
            <a:ext cx="35570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C27853E-A83C-4AE4-BB8D-D1C2F70D8524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5910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8358C6A-FFB7-7F91-94AA-423822AA8C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DA002F"/>
              </a:gs>
              <a:gs pos="100000">
                <a:srgbClr val="D861D4">
                  <a:alpha val="58824"/>
                </a:srgb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7B507E-31E7-16F8-CF5C-A1250BA87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022440" y="6406116"/>
            <a:ext cx="4169557" cy="461774"/>
          </a:xfrm>
          <a:prstGeom prst="rect">
            <a:avLst/>
          </a:prstGeom>
          <a:gradFill>
            <a:gsLst>
              <a:gs pos="19000">
                <a:srgbClr val="FF411C">
                  <a:alpha val="60784"/>
                </a:srgbClr>
              </a:gs>
              <a:gs pos="99000">
                <a:srgbClr val="FF907A">
                  <a:alpha val="86667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475488"/>
            <a:ext cx="6400800" cy="1197864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1856232"/>
            <a:ext cx="6400800" cy="40050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3F47ADC-E381-68F6-8F09-4B69A1B9254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022440" y="603504"/>
            <a:ext cx="3553863" cy="520293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BDBDAA-674F-41A5-9B7A-63B7C6B4BF31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40470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BC72D07-FB95-F16C-6535-C8AEB3ACAF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0" y="6408316"/>
            <a:ext cx="12192000" cy="449684"/>
          </a:xfrm>
          <a:prstGeom prst="rect">
            <a:avLst/>
          </a:prstGeom>
          <a:gradFill>
            <a:gsLst>
              <a:gs pos="14000">
                <a:srgbClr val="FE4A00">
                  <a:alpha val="27843"/>
                </a:srgbClr>
              </a:gs>
              <a:gs pos="100000">
                <a:srgbClr val="DA002F">
                  <a:alpha val="84706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AA119A-27E9-C86D-0929-AC7B5A35BD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3807553" y="6408316"/>
            <a:ext cx="8384444" cy="449684"/>
          </a:xfrm>
          <a:prstGeom prst="rect">
            <a:avLst/>
          </a:prstGeom>
          <a:gradFill>
            <a:gsLst>
              <a:gs pos="9000">
                <a:srgbClr val="D861D4">
                  <a:alpha val="67843"/>
                </a:srgbClr>
              </a:gs>
              <a:gs pos="99000">
                <a:srgbClr val="92248E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8304" y="310896"/>
            <a:ext cx="6858000" cy="923544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6DF379E-0D41-B503-1F7F-4E6B2B90CC4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3503" y="603504"/>
            <a:ext cx="3192563" cy="520293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18304" y="1380744"/>
            <a:ext cx="6858000" cy="4608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15508136-2BE5-4DEB-BFFF-CA82AE75DA81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21719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FCDB1A6A-A82E-C28C-BC71-E59067A1D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DA002F"/>
              </a:gs>
              <a:gs pos="100000">
                <a:srgbClr val="D861D4">
                  <a:alpha val="58824"/>
                </a:srgb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B683A0-4783-F398-8347-7EAF3DEE6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491125" y="6406116"/>
            <a:ext cx="3700874" cy="461774"/>
          </a:xfrm>
          <a:prstGeom prst="rect">
            <a:avLst/>
          </a:prstGeom>
          <a:gradFill>
            <a:gsLst>
              <a:gs pos="19000">
                <a:srgbClr val="FF411C">
                  <a:alpha val="60784"/>
                </a:srgbClr>
              </a:gs>
              <a:gs pos="99000">
                <a:srgbClr val="FF907A">
                  <a:alpha val="86667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12572"/>
            <a:ext cx="6858000" cy="923544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1380744"/>
            <a:ext cx="6858000" cy="4608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6917188-FC72-8B54-8EBD-7107C6956DB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491126" y="603504"/>
            <a:ext cx="3085177" cy="520293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907A-57F4-4BE4-B9CF-66B2A48FC3D2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1976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9DCA41D-9DCB-DD45-31CF-2ACE1D2C68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0" y="6400798"/>
            <a:ext cx="12192000" cy="457202"/>
          </a:xfrm>
          <a:prstGeom prst="rect">
            <a:avLst/>
          </a:prstGeom>
          <a:gradFill>
            <a:gsLst>
              <a:gs pos="25000">
                <a:srgbClr val="FE4A00">
                  <a:alpha val="66667"/>
                </a:srgbClr>
              </a:gs>
              <a:gs pos="100000">
                <a:srgbClr val="DA002F">
                  <a:alpha val="84706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1F0C67-B5B9-BA90-0D30-7132F7490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5247320" y="6400799"/>
            <a:ext cx="6944677" cy="456772"/>
          </a:xfrm>
          <a:prstGeom prst="rect">
            <a:avLst/>
          </a:prstGeom>
          <a:gradFill>
            <a:gsLst>
              <a:gs pos="9000">
                <a:srgbClr val="E349BB">
                  <a:alpha val="61961"/>
                </a:srgbClr>
              </a:gs>
              <a:gs pos="99000">
                <a:srgbClr val="92248E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912" y="475488"/>
            <a:ext cx="5440680" cy="1197864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A5FBC8-9F7C-5DDE-5C2A-6D231CC88D5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-1"/>
            <a:ext cx="5247320" cy="640036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4567FAE1-288E-FD4A-3F64-DC3B7101D93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7056" y="6455664"/>
            <a:ext cx="355701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3912" y="1856232"/>
            <a:ext cx="5440680" cy="40050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35913992-B8EA-FD20-FD4D-5B72B7A440D1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8C0C47F-6992-403B-A8BD-DAD08522434F}" type="datetime2">
              <a:rPr lang="en-US" smtClean="0"/>
              <a:t>Thursday, September 24, 2026</a:t>
            </a:fld>
            <a:endParaRPr lang="en-US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5201357-21DD-EA1C-08A2-FA2DAB225074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5930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9DCA41D-9DCB-DD45-31CF-2ACE1D2C68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0" y="6400798"/>
            <a:ext cx="12192000" cy="457202"/>
          </a:xfrm>
          <a:prstGeom prst="rect">
            <a:avLst/>
          </a:prstGeom>
          <a:gradFill>
            <a:gsLst>
              <a:gs pos="25000">
                <a:srgbClr val="FE4A00">
                  <a:alpha val="66667"/>
                </a:srgbClr>
              </a:gs>
              <a:gs pos="100000">
                <a:srgbClr val="DA002F">
                  <a:alpha val="84706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1F0C67-B5B9-BA90-0D30-7132F7490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6922008" y="6400799"/>
            <a:ext cx="5269988" cy="456772"/>
          </a:xfrm>
          <a:prstGeom prst="rect">
            <a:avLst/>
          </a:prstGeom>
          <a:gradFill>
            <a:gsLst>
              <a:gs pos="9000">
                <a:srgbClr val="E349BB">
                  <a:alpha val="61961"/>
                </a:srgbClr>
              </a:gs>
              <a:gs pos="99000">
                <a:srgbClr val="92248E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475488"/>
            <a:ext cx="5440680" cy="1197864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328336-AE7A-4C2D-0270-493DC7303B6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1856232"/>
            <a:ext cx="5440680" cy="40050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A5FBC8-9F7C-5DDE-5C2A-6D231CC88D5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22008" y="-1"/>
            <a:ext cx="5269992" cy="640036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E75CBF-C3DD-595A-4D09-0BDBE3A2010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EE2BF70-051F-4182-B873-1FBEE890188B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C4C584-842E-9FEF-D13D-CAA866F0BFE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0063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1E3123-7D9E-2A08-F196-CDF340945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0" y="6400798"/>
            <a:ext cx="12192000" cy="457202"/>
          </a:xfrm>
          <a:prstGeom prst="rect">
            <a:avLst/>
          </a:prstGeom>
          <a:gradFill>
            <a:gsLst>
              <a:gs pos="25000">
                <a:srgbClr val="FE4A00">
                  <a:alpha val="66667"/>
                </a:srgbClr>
              </a:gs>
              <a:gs pos="100000">
                <a:srgbClr val="DA002F">
                  <a:alpha val="84706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F22AD7-5E04-F73B-69E6-5FA92F998C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7284615" y="6400799"/>
            <a:ext cx="4907382" cy="456772"/>
          </a:xfrm>
          <a:prstGeom prst="rect">
            <a:avLst/>
          </a:prstGeom>
          <a:gradFill>
            <a:gsLst>
              <a:gs pos="9000">
                <a:srgbClr val="E349BB">
                  <a:alpha val="61961"/>
                </a:srgbClr>
              </a:gs>
              <a:gs pos="99000">
                <a:srgbClr val="92248E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4736" y="475488"/>
            <a:ext cx="3401568" cy="1197864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6E8A78A-1F40-EF49-1E08-D639755062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DC519FC-A3E9-4C11-0C12-6C530C7375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3504" y="603504"/>
            <a:ext cx="6681111" cy="520293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74736" y="1856232"/>
            <a:ext cx="3401568" cy="404164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89D3850-0B82-7481-3C6F-0BDFA5DB557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2B29163A-D4FD-4B13-B760-29FEA46D26A0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4DFD1F8-B2A4-E3EB-CFCC-88A8CB487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73470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92EA85-E779-E444-F045-AF74D3205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DA002F"/>
              </a:gs>
              <a:gs pos="100000">
                <a:srgbClr val="D861D4">
                  <a:alpha val="58824"/>
                </a:srgb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B930F6-9FDA-0841-96E2-360254453D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7562434" y="6406116"/>
            <a:ext cx="4629564" cy="461774"/>
          </a:xfrm>
          <a:prstGeom prst="rect">
            <a:avLst/>
          </a:prstGeom>
          <a:gradFill>
            <a:gsLst>
              <a:gs pos="19000">
                <a:srgbClr val="FF411C">
                  <a:alpha val="60784"/>
                </a:srgbClr>
              </a:gs>
              <a:gs pos="99000">
                <a:srgbClr val="FF907A">
                  <a:alpha val="86667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704087"/>
            <a:ext cx="2907792" cy="237744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6E8A78A-1F40-EF49-1E08-D639755062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23360" y="704088"/>
            <a:ext cx="2843784" cy="511149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DC519FC-A3E9-4C11-0C12-6C530C7375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562436" y="0"/>
            <a:ext cx="4629564" cy="6409944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89D3850-0B82-7481-3C6F-0BDFA5DB557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BF31E3F0-C597-454C-9C6A-C05C00896517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4DFD1F8-B2A4-E3EB-CFCC-88A8CB487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4121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92EA85-E779-E444-F045-AF74D3205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DA002F"/>
              </a:gs>
              <a:gs pos="100000">
                <a:srgbClr val="D861D4">
                  <a:alpha val="58824"/>
                </a:srgb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B930F6-9FDA-0841-96E2-360254453D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305800" y="6406116"/>
            <a:ext cx="3886200" cy="461774"/>
          </a:xfrm>
          <a:prstGeom prst="rect">
            <a:avLst/>
          </a:prstGeom>
          <a:gradFill>
            <a:gsLst>
              <a:gs pos="19000">
                <a:srgbClr val="FF411C">
                  <a:alpha val="60784"/>
                </a:srgbClr>
              </a:gs>
              <a:gs pos="99000">
                <a:srgbClr val="FF907A">
                  <a:alpha val="86667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704088"/>
            <a:ext cx="2907792" cy="237744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6E8A78A-1F40-EF49-1E08-D6397550623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23360" y="704088"/>
            <a:ext cx="3776472" cy="5347704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DC519FC-A3E9-4C11-0C12-6C530C7375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305800" y="0"/>
            <a:ext cx="3886200" cy="640611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89D3850-0B82-7481-3C6F-0BDFA5DB5578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64C03E46-357C-41AA-B644-5D238512659D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4DFD1F8-B2A4-E3EB-CFCC-88A8CB48722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3533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DBABC61-0C94-EB2C-729D-13A2A74C0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DA002F"/>
              </a:gs>
              <a:gs pos="100000">
                <a:srgbClr val="D861D4">
                  <a:alpha val="58824"/>
                </a:srgb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F3E17B-3D55-4567-37F8-1842ADBFD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5029200" y="6406116"/>
            <a:ext cx="7162798" cy="461774"/>
          </a:xfrm>
          <a:prstGeom prst="rect">
            <a:avLst/>
          </a:prstGeom>
          <a:gradFill>
            <a:gsLst>
              <a:gs pos="19000">
                <a:srgbClr val="FF411C">
                  <a:alpha val="60784"/>
                </a:srgbClr>
              </a:gs>
              <a:gs pos="99000">
                <a:srgbClr val="FF907A">
                  <a:alpha val="86667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923544"/>
            <a:ext cx="3840480" cy="2505456"/>
          </a:xfrm>
        </p:spPr>
        <p:txBody>
          <a:bodyPr anchor="b"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44DBEB0-C6B6-5CB8-ABF9-1B2039BB0E5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FFF810E-C78F-40FB-2AAF-2EF21D0EC3A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065776" y="0"/>
            <a:ext cx="6135624" cy="329184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29200" y="3511295"/>
            <a:ext cx="6172200" cy="2606283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7A2D71-C1A3-7AD4-8B7D-05B964D2B9E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7317806-C1A4-4898-A392-58092F2DAC1E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776449E-1F63-DCB9-E493-5C6901BE3C2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31699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0460BC6-378A-8F4F-1D44-FA6677F92D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0" y="6406116"/>
            <a:ext cx="12191998" cy="461774"/>
          </a:xfrm>
          <a:prstGeom prst="rect">
            <a:avLst/>
          </a:prstGeom>
          <a:gradFill>
            <a:gsLst>
              <a:gs pos="0">
                <a:srgbClr val="DA002F"/>
              </a:gs>
              <a:gs pos="100000">
                <a:srgbClr val="D861D4">
                  <a:alpha val="58824"/>
                </a:srgb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AC97FE-4F82-FCF7-08CC-137F322BAD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5029200" y="6406116"/>
            <a:ext cx="7162798" cy="461774"/>
          </a:xfrm>
          <a:prstGeom prst="rect">
            <a:avLst/>
          </a:prstGeom>
          <a:gradFill>
            <a:gsLst>
              <a:gs pos="19000">
                <a:srgbClr val="FF411C">
                  <a:alpha val="60784"/>
                </a:srgbClr>
              </a:gs>
              <a:gs pos="99000">
                <a:srgbClr val="FF907A">
                  <a:alpha val="86667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932688"/>
            <a:ext cx="3392424" cy="3182112"/>
          </a:xfrm>
        </p:spPr>
        <p:txBody>
          <a:bodyPr anchor="b"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44DBEB0-C6B6-5CB8-ABF9-1B2039BB0E5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4FFF810E-C78F-40FB-2AAF-2EF21D0EC3A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065776" y="0"/>
            <a:ext cx="6135624" cy="395935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29200" y="4206240"/>
            <a:ext cx="6172200" cy="164592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7A2D71-C1A3-7AD4-8B7D-05B964D2B9E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EBE550A-BFEE-40D6-A0EE-F4BD2148E98A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776449E-1F63-DCB9-E493-5C6901BE3C2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51667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CBB6C2A-5CA9-E68C-069E-E0E25559DC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1" y="6408741"/>
            <a:ext cx="12191998" cy="449259"/>
          </a:xfrm>
          <a:prstGeom prst="rect">
            <a:avLst/>
          </a:prstGeom>
          <a:gradFill>
            <a:gsLst>
              <a:gs pos="34000">
                <a:srgbClr val="FE4A00">
                  <a:alpha val="72941"/>
                </a:srgbClr>
              </a:gs>
              <a:gs pos="100000">
                <a:srgbClr val="DA002F">
                  <a:alpha val="88627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80550C-DE5E-1065-0630-D03C188FD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1" y="6408314"/>
            <a:ext cx="7783998" cy="449686"/>
          </a:xfrm>
          <a:prstGeom prst="rect">
            <a:avLst/>
          </a:prstGeom>
          <a:gradFill>
            <a:gsLst>
              <a:gs pos="0">
                <a:srgbClr val="FD5353">
                  <a:alpha val="54902"/>
                </a:srgbClr>
              </a:gs>
              <a:gs pos="99000">
                <a:srgbClr val="972D8F">
                  <a:alpha val="73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1896" y="832104"/>
            <a:ext cx="3273552" cy="1947672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446617FE-5546-1330-38DE-729B1DB01C4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-1"/>
            <a:ext cx="7783999" cy="6411311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A9C33D4E-E2BE-E898-8127-4DC0FEE7EF6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7056" y="6455664"/>
            <a:ext cx="3557016" cy="365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1896" y="2852928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153B13C-4F7F-491E-137A-C175D2F343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F60DE63-5C97-4D17-AD5B-559BE78F8C6E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65A4B81-1CBB-716F-B325-C1ECB6BA25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920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BED10C-5619-54D2-5D2D-E5D0A3E26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0" y="6400798"/>
            <a:ext cx="12192000" cy="457202"/>
          </a:xfrm>
          <a:prstGeom prst="rect">
            <a:avLst/>
          </a:prstGeom>
          <a:gradFill>
            <a:gsLst>
              <a:gs pos="25000">
                <a:srgbClr val="FE4A00">
                  <a:alpha val="66667"/>
                </a:srgbClr>
              </a:gs>
              <a:gs pos="100000">
                <a:srgbClr val="DA002F">
                  <a:alpha val="84706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596777-297F-86C7-883A-2CA5E5F7CD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6945630" y="6401228"/>
            <a:ext cx="5246366" cy="456772"/>
          </a:xfrm>
          <a:prstGeom prst="rect">
            <a:avLst/>
          </a:prstGeom>
          <a:gradFill>
            <a:gsLst>
              <a:gs pos="9000">
                <a:srgbClr val="E349BB">
                  <a:alpha val="61961"/>
                </a:srgbClr>
              </a:gs>
              <a:gs pos="99000">
                <a:srgbClr val="92248E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512064"/>
            <a:ext cx="10844784" cy="1170432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6A79F2-1363-2482-D116-A2760202AE8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31520" y="1984247"/>
            <a:ext cx="6214110" cy="3879839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99959" y="1984248"/>
            <a:ext cx="3876346" cy="3879839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B1CEA-5D85-42AB-95DF-BF2F02172CA4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76790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2093A5D-CF9E-656F-6E4D-BBE26617BB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0" y="6400798"/>
            <a:ext cx="12192000" cy="457202"/>
          </a:xfrm>
          <a:prstGeom prst="rect">
            <a:avLst/>
          </a:prstGeom>
          <a:gradFill>
            <a:gsLst>
              <a:gs pos="25000">
                <a:srgbClr val="FE4A00">
                  <a:alpha val="66667"/>
                </a:srgbClr>
              </a:gs>
              <a:gs pos="100000">
                <a:srgbClr val="DA002F">
                  <a:alpha val="84706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7D037C8-31EA-E42D-7880-3FC907A89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4380987" y="6400799"/>
            <a:ext cx="7811009" cy="456772"/>
          </a:xfrm>
          <a:prstGeom prst="rect">
            <a:avLst/>
          </a:prstGeom>
          <a:gradFill>
            <a:gsLst>
              <a:gs pos="9000">
                <a:srgbClr val="E349BB">
                  <a:alpha val="61961"/>
                </a:srgbClr>
              </a:gs>
              <a:gs pos="99000">
                <a:srgbClr val="92248E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886200"/>
            <a:ext cx="3649468" cy="204825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C72D447-6660-458A-13D3-C4FF0703865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31518" y="0"/>
            <a:ext cx="3520440" cy="364845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48072" y="704088"/>
            <a:ext cx="6428232" cy="5230368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151AB-126F-4C4D-9C0D-9B9B07DC1CFA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8578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FEA2F20-DFC9-8EAE-10DC-BC89113C2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0" y="6400798"/>
            <a:ext cx="12192000" cy="457202"/>
          </a:xfrm>
          <a:prstGeom prst="rect">
            <a:avLst/>
          </a:prstGeom>
          <a:gradFill>
            <a:gsLst>
              <a:gs pos="25000">
                <a:srgbClr val="FE4A00">
                  <a:alpha val="66667"/>
                </a:srgbClr>
              </a:gs>
              <a:gs pos="100000">
                <a:srgbClr val="DA002F">
                  <a:alpha val="84706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4C5968-63F8-AF79-49F2-4D9E9C22D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3626812" y="6400799"/>
            <a:ext cx="8565184" cy="456772"/>
          </a:xfrm>
          <a:prstGeom prst="rect">
            <a:avLst/>
          </a:prstGeom>
          <a:gradFill>
            <a:gsLst>
              <a:gs pos="9000">
                <a:srgbClr val="E349BB">
                  <a:alpha val="61961"/>
                </a:srgbClr>
              </a:gs>
              <a:gs pos="99000">
                <a:srgbClr val="92248E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704088"/>
            <a:ext cx="2895292" cy="15819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A3F22A9-E31A-48F3-DD64-8A176453247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31520" y="2368296"/>
            <a:ext cx="2788920" cy="3429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3128" y="704088"/>
            <a:ext cx="7123176" cy="5175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EB0D61-5867-4B60-96C2-F34431D24F0C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80775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9034161-664F-95F7-2318-8455D39DC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2F5F8B4-8FF0-1254-0A5B-CC22084F6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flipH="1" flipV="1">
            <a:off x="-12756" y="2522"/>
            <a:ext cx="12217513" cy="6863044"/>
            <a:chOff x="585170" y="-169430"/>
            <a:chExt cx="12217513" cy="686304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B4E1ECA-F93C-A483-C4F1-29C42597B7D2}"/>
                </a:ext>
              </a:extLst>
            </p:cNvPr>
            <p:cNvSpPr/>
            <p:nvPr/>
          </p:nvSpPr>
          <p:spPr>
            <a:xfrm>
              <a:off x="585170" y="-169430"/>
              <a:ext cx="12217513" cy="6860523"/>
            </a:xfrm>
            <a:prstGeom prst="rect">
              <a:avLst/>
            </a:prstGeom>
            <a:gradFill>
              <a:gsLst>
                <a:gs pos="0">
                  <a:srgbClr val="FF411C">
                    <a:alpha val="66000"/>
                  </a:srgbClr>
                </a:gs>
                <a:gs pos="99000">
                  <a:srgbClr val="962077"/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6865F-89CC-BE15-EAA2-7DE6517391D6}"/>
                </a:ext>
              </a:extLst>
            </p:cNvPr>
            <p:cNvSpPr/>
            <p:nvPr/>
          </p:nvSpPr>
          <p:spPr>
            <a:xfrm rot="10800000" flipH="1">
              <a:off x="585170" y="-169430"/>
              <a:ext cx="12203060" cy="6863044"/>
            </a:xfrm>
            <a:prstGeom prst="rect">
              <a:avLst/>
            </a:prstGeom>
            <a:gradFill>
              <a:gsLst>
                <a:gs pos="0">
                  <a:srgbClr val="FA0036">
                    <a:alpha val="3922"/>
                  </a:srgbClr>
                </a:gs>
                <a:gs pos="99000">
                  <a:srgbClr val="92248E">
                    <a:alpha val="97647"/>
                  </a:srgb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EAFE0B0-2261-5CA7-AE61-EDC374B643E3}"/>
                </a:ext>
              </a:extLst>
            </p:cNvPr>
            <p:cNvSpPr/>
            <p:nvPr/>
          </p:nvSpPr>
          <p:spPr>
            <a:xfrm rot="5400000" flipH="1">
              <a:off x="5550927" y="-5130142"/>
              <a:ext cx="2286000" cy="12217513"/>
            </a:xfrm>
            <a:prstGeom prst="rect">
              <a:avLst/>
            </a:prstGeom>
            <a:gradFill>
              <a:gsLst>
                <a:gs pos="20000">
                  <a:srgbClr val="D861D4">
                    <a:alpha val="0"/>
                  </a:srgbClr>
                </a:gs>
                <a:gs pos="100000">
                  <a:srgbClr val="FF7037">
                    <a:alpha val="66000"/>
                  </a:srgbClr>
                </a:gs>
              </a:gsLst>
              <a:lin ang="7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7AA7DB0-DE62-3BEE-FB72-481649D63F9F}"/>
                </a:ext>
              </a:extLst>
            </p:cNvPr>
            <p:cNvSpPr/>
            <p:nvPr/>
          </p:nvSpPr>
          <p:spPr>
            <a:xfrm rot="16200000">
              <a:off x="-1313867" y="1732127"/>
              <a:ext cx="6860522" cy="3062447"/>
            </a:xfrm>
            <a:prstGeom prst="rect">
              <a:avLst/>
            </a:prstGeom>
            <a:gradFill>
              <a:gsLst>
                <a:gs pos="0">
                  <a:srgbClr val="FA0036">
                    <a:alpha val="31000"/>
                  </a:srgbClr>
                </a:gs>
                <a:gs pos="43000">
                  <a:srgbClr val="FF907A">
                    <a:alpha val="16000"/>
                  </a:srgbClr>
                </a:gs>
              </a:gsLst>
              <a:lin ang="2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B3FCEE29-6799-F2C5-729F-491AE62D49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18286" y="4719145"/>
            <a:ext cx="12221346" cy="21489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853789-FF7A-62BD-CDC8-87D588F55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704" y="4974336"/>
            <a:ext cx="10433304" cy="1444752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2800" b="0" cap="all" spc="3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DF6A63-6BD8-15C3-E64B-8E6AD05CAE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AEC55A6-88B7-630F-AEB8-0B2270F5DE5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60704" y="704088"/>
            <a:ext cx="10661904" cy="3849624"/>
          </a:xfrm>
        </p:spPr>
        <p:txBody>
          <a:bodyPr anchor="b">
            <a:normAutofit/>
          </a:bodyPr>
          <a:lstStyle>
            <a:lvl1pPr marL="0" indent="0" algn="ctr">
              <a:buNone/>
              <a:defRPr sz="27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B3FB7-267A-B05B-39EB-A75DD59B8C1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74365B4-2BDD-42A8-8AD0-4FD66D3F5C4E}" type="datetime2">
              <a:rPr lang="en-US" smtClean="0"/>
              <a:t>Thursday, September 24, 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715E72-747E-7DEF-08E7-1715D8FA9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9873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0BB2D57-DDE5-A73E-9F8B-DA3ACB699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6F834-30C7-711B-1DA9-E85C7CC17F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18287" y="-2522"/>
            <a:ext cx="12192000" cy="6865568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766A7B6-C07F-DDF6-2DA7-A25316E3D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227" y="-5045"/>
            <a:ext cx="12217513" cy="6868091"/>
          </a:xfrm>
          <a:prstGeom prst="rect">
            <a:avLst/>
          </a:prstGeom>
          <a:gradFill>
            <a:gsLst>
              <a:gs pos="0">
                <a:srgbClr val="FF411C">
                  <a:alpha val="66000"/>
                </a:srgbClr>
              </a:gs>
              <a:gs pos="99000">
                <a:srgbClr val="962077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61767CC-CF27-DF8F-8449-932B71E7F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429475" y="-5045"/>
            <a:ext cx="11788038" cy="6863044"/>
          </a:xfrm>
          <a:prstGeom prst="rect">
            <a:avLst/>
          </a:prstGeom>
          <a:gradFill>
            <a:gsLst>
              <a:gs pos="0">
                <a:srgbClr val="FA0036">
                  <a:alpha val="3922"/>
                </a:srgbClr>
              </a:gs>
              <a:gs pos="99000">
                <a:srgbClr val="92248E">
                  <a:alpha val="97647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CDF59EC-E66B-10C0-FD29-4F5A7C07C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4958529" y="-4965758"/>
            <a:ext cx="2286000" cy="12217514"/>
          </a:xfrm>
          <a:prstGeom prst="rect">
            <a:avLst/>
          </a:prstGeom>
          <a:gradFill>
            <a:gsLst>
              <a:gs pos="20000">
                <a:srgbClr val="D861D4">
                  <a:alpha val="0"/>
                </a:srgbClr>
              </a:gs>
              <a:gs pos="100000">
                <a:srgbClr val="FF7037">
                  <a:alpha val="66000"/>
                </a:srgb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14A4547-53B1-493D-CE90-DA2AB946D6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-900224" y="892997"/>
            <a:ext cx="6860522" cy="5074531"/>
          </a:xfrm>
          <a:prstGeom prst="rect">
            <a:avLst/>
          </a:prstGeom>
          <a:gradFill>
            <a:gsLst>
              <a:gs pos="0">
                <a:srgbClr val="FA0036">
                  <a:alpha val="31000"/>
                </a:srgbClr>
              </a:gs>
              <a:gs pos="43000">
                <a:srgbClr val="FF907A">
                  <a:alpha val="1600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853789-FF7A-62BD-CDC8-87D588F55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7400" y="4809744"/>
            <a:ext cx="8156448" cy="1545336"/>
          </a:xfrm>
        </p:spPr>
        <p:txBody>
          <a:bodyPr anchor="t">
            <a:normAutofit/>
          </a:bodyPr>
          <a:lstStyle>
            <a:lvl1pPr algn="ctr">
              <a:lnSpc>
                <a:spcPct val="120000"/>
              </a:lnSpc>
              <a:defRPr sz="2800" b="0" cap="all" spc="3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DF6A63-6BD8-15C3-E64B-8E6AD05CAE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AEC55A6-88B7-630F-AEB8-0B2270F5DE5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03504"/>
            <a:ext cx="10543032" cy="4114800"/>
          </a:xfrm>
        </p:spPr>
        <p:txBody>
          <a:bodyPr anchor="b">
            <a:normAutofit/>
          </a:bodyPr>
          <a:lstStyle>
            <a:lvl1pPr marL="0" indent="0" algn="ctr">
              <a:buNone/>
              <a:defRPr sz="25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B3FB7-267A-B05B-39EB-A75DD59B8C1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8042AE0-E8A0-4C07-BDCE-3F5EAB477031}" type="datetime2">
              <a:rPr lang="en-US" smtClean="0"/>
              <a:t>Thursday, September 24, 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715E72-747E-7DEF-08E7-1715D8FA9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734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53789-FF7A-62BD-CDC8-87D588F55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480974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latin typeface="+mn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9DF6A63-6BD8-15C3-E64B-8E6AD05CAE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AEC55A6-88B7-630F-AEB8-0B2270F5DE5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520" y="603504"/>
            <a:ext cx="10863072" cy="420624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7800" b="1" dirty="0"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B3FB7-267A-B05B-39EB-A75DD59B8C1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18D1234-C791-4FA0-B7BF-3B97E1AFD349}" type="datetime2">
              <a:rPr lang="en-US" smtClean="0"/>
              <a:t>Thursday, September 24, 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715E72-747E-7DEF-08E7-1715D8FA9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37994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FA70C64-A82F-539E-FA22-E9EDFA88F0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1" y="0"/>
            <a:ext cx="3076356" cy="6858000"/>
          </a:xfrm>
          <a:prstGeom prst="rect">
            <a:avLst/>
          </a:prstGeom>
          <a:gradFill>
            <a:gsLst>
              <a:gs pos="0">
                <a:srgbClr val="FF907A"/>
              </a:gs>
              <a:gs pos="100000">
                <a:srgbClr val="DA002F">
                  <a:alpha val="85882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51035-B1FE-075C-1780-50D3B30B2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-6" y="-1"/>
            <a:ext cx="3076355" cy="4572001"/>
          </a:xfrm>
          <a:prstGeom prst="rect">
            <a:avLst/>
          </a:prstGeom>
          <a:gradFill>
            <a:gsLst>
              <a:gs pos="26000">
                <a:srgbClr val="FE4A00">
                  <a:alpha val="0"/>
                </a:srgbClr>
              </a:gs>
              <a:gs pos="100000">
                <a:srgbClr val="DA002F">
                  <a:alpha val="65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1594AB-F53B-583B-B352-D96F6BEA3E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-1890835" y="1890822"/>
            <a:ext cx="6858001" cy="3076355"/>
          </a:xfrm>
          <a:prstGeom prst="rect">
            <a:avLst/>
          </a:prstGeom>
          <a:gradFill>
            <a:gsLst>
              <a:gs pos="2000">
                <a:srgbClr val="9B3597"/>
              </a:gs>
              <a:gs pos="60000">
                <a:srgbClr val="D861D4">
                  <a:alpha val="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16DC94B-3BDB-1A55-CF02-E0ACF543D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-25" y="875999"/>
            <a:ext cx="2609262" cy="4648800"/>
          </a:xfrm>
          <a:custGeom>
            <a:avLst/>
            <a:gdLst>
              <a:gd name="connsiteX0" fmla="*/ 2324400 w 2609262"/>
              <a:gd name="connsiteY0" fmla="*/ 4648800 h 4648800"/>
              <a:gd name="connsiteX1" fmla="*/ 0 w 2609262"/>
              <a:gd name="connsiteY1" fmla="*/ 2324400 h 4648800"/>
              <a:gd name="connsiteX2" fmla="*/ 2324400 w 2609262"/>
              <a:gd name="connsiteY2" fmla="*/ 0 h 4648800"/>
              <a:gd name="connsiteX3" fmla="*/ 2562056 w 2609262"/>
              <a:gd name="connsiteY3" fmla="*/ 12001 h 4648800"/>
              <a:gd name="connsiteX4" fmla="*/ 2609262 w 2609262"/>
              <a:gd name="connsiteY4" fmla="*/ 19205 h 4648800"/>
              <a:gd name="connsiteX5" fmla="*/ 2609262 w 2609262"/>
              <a:gd name="connsiteY5" fmla="*/ 4629595 h 4648800"/>
              <a:gd name="connsiteX6" fmla="*/ 2562056 w 2609262"/>
              <a:gd name="connsiteY6" fmla="*/ 4636799 h 4648800"/>
              <a:gd name="connsiteX7" fmla="*/ 2324400 w 2609262"/>
              <a:gd name="connsiteY7" fmla="*/ 4648800 h 464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09262" h="4648800">
                <a:moveTo>
                  <a:pt x="2324400" y="4648800"/>
                </a:moveTo>
                <a:cubicBezTo>
                  <a:pt x="1040669" y="4648800"/>
                  <a:pt x="0" y="3608131"/>
                  <a:pt x="0" y="2324400"/>
                </a:cubicBezTo>
                <a:cubicBezTo>
                  <a:pt x="0" y="1040669"/>
                  <a:pt x="1040669" y="0"/>
                  <a:pt x="2324400" y="0"/>
                </a:cubicBezTo>
                <a:cubicBezTo>
                  <a:pt x="2404633" y="0"/>
                  <a:pt x="2483917" y="4065"/>
                  <a:pt x="2562056" y="12001"/>
                </a:cubicBezTo>
                <a:lnTo>
                  <a:pt x="2609262" y="19205"/>
                </a:lnTo>
                <a:lnTo>
                  <a:pt x="2609262" y="4629595"/>
                </a:lnTo>
                <a:lnTo>
                  <a:pt x="2562056" y="4636799"/>
                </a:lnTo>
                <a:cubicBezTo>
                  <a:pt x="2483917" y="4644735"/>
                  <a:pt x="2404633" y="4648800"/>
                  <a:pt x="2324400" y="4648800"/>
                </a:cubicBezTo>
                <a:close/>
              </a:path>
            </a:pathLst>
          </a:cu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12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897458" y="731520"/>
            <a:ext cx="6794097" cy="555955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4800" b="1"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4400" b="1"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4000" b="1"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3600" b="1"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3200" b="1"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599FD6B-A98A-41CE-AE80-E9BFC922155F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23230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520" y="978408"/>
            <a:ext cx="10177272" cy="4837176"/>
          </a:xfrm>
        </p:spPr>
        <p:txBody>
          <a:bodyPr anchor="b">
            <a:normAutofit/>
          </a:bodyPr>
          <a:lstStyle>
            <a:lvl1pPr marL="0" indent="0">
              <a:lnSpc>
                <a:spcPct val="110000"/>
              </a:lnSpc>
              <a:buNone/>
              <a:defRPr sz="4800" b="1" cap="none" spc="100" baseline="0">
                <a:latin typeface="+mj-lt"/>
              </a:defRPr>
            </a:lvl1pPr>
            <a:lvl2pPr marL="228600" indent="0">
              <a:lnSpc>
                <a:spcPct val="110000"/>
              </a:lnSpc>
              <a:buNone/>
              <a:defRPr sz="4000" b="1" cap="none" spc="100" baseline="0">
                <a:latin typeface="+mj-lt"/>
              </a:defRPr>
            </a:lvl2pPr>
            <a:lvl3pPr marL="457200" indent="0">
              <a:lnSpc>
                <a:spcPct val="110000"/>
              </a:lnSpc>
              <a:buNone/>
              <a:defRPr sz="3600" b="1" cap="none" spc="100" baseline="0">
                <a:latin typeface="+mj-lt"/>
              </a:defRPr>
            </a:lvl3pPr>
            <a:lvl4pPr marL="685800" indent="0">
              <a:lnSpc>
                <a:spcPct val="110000"/>
              </a:lnSpc>
              <a:buNone/>
              <a:defRPr sz="3200" b="1" cap="none" spc="100" baseline="0">
                <a:latin typeface="+mj-lt"/>
              </a:defRPr>
            </a:lvl4pPr>
            <a:lvl5pPr marL="914400" indent="0">
              <a:lnSpc>
                <a:spcPct val="110000"/>
              </a:lnSpc>
              <a:buNone/>
              <a:defRPr sz="2800" b="1" cap="none" spc="100" baseline="0"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52A27B-DA16-4786-8944-4B1CF34905EE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2459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909A4D1-63C5-2E23-5C6B-F8AF947821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2070271-1317-4457-72C3-9560AF9D74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flipH="1" flipV="1">
            <a:off x="-12756" y="2522"/>
            <a:ext cx="12217513" cy="6863044"/>
            <a:chOff x="585170" y="-169430"/>
            <a:chExt cx="12217513" cy="686304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3EA2358-7C35-E7F3-E8C3-3D28909E4016}"/>
                </a:ext>
              </a:extLst>
            </p:cNvPr>
            <p:cNvSpPr/>
            <p:nvPr/>
          </p:nvSpPr>
          <p:spPr>
            <a:xfrm>
              <a:off x="585170" y="-169430"/>
              <a:ext cx="12217513" cy="6860523"/>
            </a:xfrm>
            <a:prstGeom prst="rect">
              <a:avLst/>
            </a:prstGeom>
            <a:gradFill>
              <a:gsLst>
                <a:gs pos="0">
                  <a:srgbClr val="FF411C">
                    <a:alpha val="66000"/>
                  </a:srgbClr>
                </a:gs>
                <a:gs pos="99000">
                  <a:srgbClr val="962077"/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E347F1A-F45E-1DB5-00F2-8254D6979D46}"/>
                </a:ext>
              </a:extLst>
            </p:cNvPr>
            <p:cNvSpPr/>
            <p:nvPr/>
          </p:nvSpPr>
          <p:spPr>
            <a:xfrm rot="10800000" flipH="1">
              <a:off x="585170" y="-169430"/>
              <a:ext cx="12203060" cy="6863044"/>
            </a:xfrm>
            <a:prstGeom prst="rect">
              <a:avLst/>
            </a:prstGeom>
            <a:gradFill>
              <a:gsLst>
                <a:gs pos="0">
                  <a:srgbClr val="FA0036">
                    <a:alpha val="3922"/>
                  </a:srgbClr>
                </a:gs>
                <a:gs pos="99000">
                  <a:srgbClr val="92248E">
                    <a:alpha val="97647"/>
                  </a:srgb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4CF8B62-DFD0-EBF8-5BB9-282EB5B6124B}"/>
                </a:ext>
              </a:extLst>
            </p:cNvPr>
            <p:cNvSpPr/>
            <p:nvPr/>
          </p:nvSpPr>
          <p:spPr>
            <a:xfrm rot="5400000" flipH="1">
              <a:off x="5550927" y="-5130142"/>
              <a:ext cx="2286000" cy="12217513"/>
            </a:xfrm>
            <a:prstGeom prst="rect">
              <a:avLst/>
            </a:prstGeom>
            <a:gradFill>
              <a:gsLst>
                <a:gs pos="20000">
                  <a:srgbClr val="D861D4">
                    <a:alpha val="0"/>
                  </a:srgbClr>
                </a:gs>
                <a:gs pos="100000">
                  <a:srgbClr val="FF7037">
                    <a:alpha val="66000"/>
                  </a:srgbClr>
                </a:gs>
              </a:gsLst>
              <a:lin ang="7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EBCED88-F67D-F1DB-27DB-72BF0D6DDBFF}"/>
                </a:ext>
              </a:extLst>
            </p:cNvPr>
            <p:cNvSpPr/>
            <p:nvPr/>
          </p:nvSpPr>
          <p:spPr>
            <a:xfrm rot="16200000">
              <a:off x="-1313867" y="1732127"/>
              <a:ext cx="6860522" cy="3062447"/>
            </a:xfrm>
            <a:prstGeom prst="rect">
              <a:avLst/>
            </a:prstGeom>
            <a:gradFill>
              <a:gsLst>
                <a:gs pos="0">
                  <a:srgbClr val="FA0036">
                    <a:alpha val="31000"/>
                  </a:srgbClr>
                </a:gs>
                <a:gs pos="43000">
                  <a:srgbClr val="FF907A">
                    <a:alpha val="16000"/>
                  </a:srgbClr>
                </a:gs>
              </a:gsLst>
              <a:lin ang="2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FFFF"/>
                </a:solidFill>
              </a:endParaRPr>
            </a:p>
          </p:txBody>
        </p:sp>
      </p:grp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6EBBFD2-5112-E929-5402-0348DC293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508972">
            <a:off x="5465204" y="1877618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41000">
                <a:srgbClr val="FF907A">
                  <a:alpha val="0"/>
                </a:srgbClr>
              </a:gs>
              <a:gs pos="100000">
                <a:srgbClr val="FFBCAF">
                  <a:alpha val="33000"/>
                </a:srgbClr>
              </a:gs>
            </a:gsLst>
            <a:lin ang="12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69311F-FD36-C119-8B93-522F47763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18286" y="-5046"/>
            <a:ext cx="12221346" cy="5094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31519" y="731520"/>
            <a:ext cx="9181224" cy="3806425"/>
          </a:xfrm>
        </p:spPr>
        <p:txBody>
          <a:bodyPr anchor="t">
            <a:normAutofit/>
          </a:bodyPr>
          <a:lstStyle>
            <a:lvl1pPr marL="0" indent="0">
              <a:lnSpc>
                <a:spcPct val="110000"/>
              </a:lnSpc>
              <a:buNone/>
              <a:defRPr sz="4600" b="1" cap="none" spc="100" baseline="0">
                <a:latin typeface="+mj-lt"/>
              </a:defRPr>
            </a:lvl1pPr>
            <a:lvl2pPr marL="228600" indent="0">
              <a:lnSpc>
                <a:spcPct val="110000"/>
              </a:lnSpc>
              <a:buNone/>
              <a:defRPr sz="3600" b="1" cap="none" spc="100" baseline="0">
                <a:latin typeface="+mj-lt"/>
              </a:defRPr>
            </a:lvl2pPr>
            <a:lvl3pPr marL="457200" indent="0">
              <a:lnSpc>
                <a:spcPct val="110000"/>
              </a:lnSpc>
              <a:buNone/>
              <a:defRPr sz="3200" b="1" cap="none" spc="100" baseline="0">
                <a:latin typeface="+mj-lt"/>
              </a:defRPr>
            </a:lvl3pPr>
            <a:lvl4pPr marL="685800" indent="0">
              <a:lnSpc>
                <a:spcPct val="110000"/>
              </a:lnSpc>
              <a:buNone/>
              <a:defRPr sz="2800" b="1" cap="none" spc="100" baseline="0">
                <a:latin typeface="+mj-lt"/>
              </a:defRPr>
            </a:lvl4pPr>
            <a:lvl5pPr marL="914400" indent="0">
              <a:lnSpc>
                <a:spcPct val="110000"/>
              </a:lnSpc>
              <a:buNone/>
              <a:defRPr sz="2400" b="1" cap="none" spc="100" baseline="0"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DA190-1DE0-42AE-81F7-BAE9BB470D89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62828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6C6A6A9-A341-BF9D-FA80-3868D42AC7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59BFB5-5C25-0FCB-27C7-A478767CAC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09651" y="1028701"/>
            <a:ext cx="10172700" cy="48005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B5F22C-2988-B6EC-AA0B-D03BCA1A0B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1009651" y="4853253"/>
            <a:ext cx="10172700" cy="976045"/>
          </a:xfrm>
          <a:prstGeom prst="rect">
            <a:avLst/>
          </a:prstGeom>
          <a:gradFill>
            <a:gsLst>
              <a:gs pos="0">
                <a:srgbClr val="FE4A00">
                  <a:alpha val="66667"/>
                </a:srgbClr>
              </a:gs>
              <a:gs pos="100000">
                <a:srgbClr val="9C2C97"/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9EC5E-5DB0-5907-06E8-B18F1AE291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1009648" y="4853256"/>
            <a:ext cx="7105652" cy="976043"/>
          </a:xfrm>
          <a:prstGeom prst="rect">
            <a:avLst/>
          </a:prstGeom>
          <a:gradFill>
            <a:gsLst>
              <a:gs pos="0">
                <a:srgbClr val="FF6753">
                  <a:alpha val="0"/>
                </a:srgbClr>
              </a:gs>
              <a:gs pos="99000">
                <a:srgbClr val="D6002E">
                  <a:alpha val="44000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11148C-8DD9-6154-C68C-8F67AD9658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0056"/>
            <a:ext cx="9198864" cy="649224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600" b="1" cap="all" spc="4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A98F5A93-8140-CBD8-D340-993817719AE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64F8300-91F9-3B16-1D97-7082381C6AB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020824" y="1737360"/>
            <a:ext cx="8156448" cy="2569464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10000"/>
              </a:lnSpc>
              <a:buNone/>
              <a:defRPr sz="3500">
                <a:latin typeface="+mj-lt"/>
              </a:defRPr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18FECD6-59B2-0E39-163B-DB3FB28DD90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00A192-F923-4AB4-BDCC-6ACB26A0AAAE}" type="datetime2">
              <a:rPr lang="en-US" smtClean="0"/>
              <a:t>Thursday, September 24, 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EF16B6F-7839-1AC1-F1B6-E5DD5CB264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56475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BF513F4-C880-287E-B00A-BD9B413CB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08A6AB-C3A8-7501-6BC6-83CFA6C0F9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09651" y="1028698"/>
            <a:ext cx="10172706" cy="48006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73F9668-0C20-D45C-536B-66FBB7F3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1009649" y="1028699"/>
            <a:ext cx="10174534" cy="4800598"/>
          </a:xfrm>
          <a:prstGeom prst="rect">
            <a:avLst/>
          </a:prstGeom>
          <a:gradFill>
            <a:gsLst>
              <a:gs pos="9000">
                <a:srgbClr val="FF9265"/>
              </a:gs>
              <a:gs pos="95000">
                <a:srgbClr val="DA002F">
                  <a:alpha val="7900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C2C855-B15C-090B-5493-3D36B8A526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1005991" y="4421079"/>
            <a:ext cx="10176358" cy="1408215"/>
          </a:xfrm>
          <a:prstGeom prst="rect">
            <a:avLst/>
          </a:prstGeom>
          <a:gradFill>
            <a:gsLst>
              <a:gs pos="26000">
                <a:srgbClr val="BA0267">
                  <a:alpha val="0"/>
                </a:srgbClr>
              </a:gs>
              <a:gs pos="95000">
                <a:srgbClr val="9B3597">
                  <a:alpha val="62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81CB20-1010-8C73-0086-CAB904E4B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5400000" flipH="1">
            <a:off x="3568444" y="-1531928"/>
            <a:ext cx="4800598" cy="9921854"/>
          </a:xfrm>
          <a:prstGeom prst="rect">
            <a:avLst/>
          </a:prstGeom>
          <a:gradFill>
            <a:gsLst>
              <a:gs pos="22000">
                <a:srgbClr val="A60296">
                  <a:alpha val="49000"/>
                </a:srgbClr>
              </a:gs>
              <a:gs pos="99000">
                <a:srgbClr val="DA002F">
                  <a:alpha val="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11148C-8DD9-6154-C68C-8F67AD9658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92224" y="4736592"/>
            <a:ext cx="8349303" cy="79552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120000"/>
              </a:lnSpc>
              <a:defRPr lang="en-US" sz="2200" cap="all" spc="400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Quote Author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A98F5A93-8140-CBD8-D340-993817719AE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64F8300-91F9-3B16-1D97-7082381C6AB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655064" y="1481328"/>
            <a:ext cx="8001000" cy="2752344"/>
          </a:xfrm>
        </p:spPr>
        <p:txBody>
          <a:bodyPr vert="horz" lIns="91440" tIns="45720" rIns="91440" bIns="45720" rtlCol="0" anchor="ctr">
            <a:normAutofit/>
          </a:bodyPr>
          <a:lstStyle>
            <a:lvl1pPr marL="128016" indent="-137160">
              <a:lnSpc>
                <a:spcPct val="110000"/>
              </a:lnSpc>
              <a:buNone/>
              <a:defRPr lang="en-US" sz="32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18FECD6-59B2-0E39-163B-DB3FB28DD90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3769460-8E62-40CA-83A8-CB830C3D7F18}" type="datetime2">
              <a:rPr lang="en-US" smtClean="0"/>
              <a:t>Thursday, September 24, 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EF16B6F-7839-1AC1-F1B6-E5DD5CB264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577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9A9201-705F-55B6-3F46-D68411A32E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4BBA50-2898-3426-D749-CD2833395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09651" y="1028701"/>
            <a:ext cx="10172700" cy="480059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D6BEDF5-EA71-E3BD-29EA-A8A58B1227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115303" y="1028698"/>
            <a:ext cx="3086100" cy="4800599"/>
          </a:xfrm>
          <a:prstGeom prst="rect">
            <a:avLst/>
          </a:prstGeom>
          <a:gradFill>
            <a:gsLst>
              <a:gs pos="0">
                <a:srgbClr val="FE4A00">
                  <a:alpha val="81000"/>
                </a:srgbClr>
              </a:gs>
              <a:gs pos="100000">
                <a:srgbClr val="9C2C97"/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BA6F75-CEBF-CDAC-9F4B-3C794F813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8124832" y="1028696"/>
            <a:ext cx="3076572" cy="3584648"/>
          </a:xfrm>
          <a:prstGeom prst="rect">
            <a:avLst/>
          </a:prstGeom>
          <a:gradFill>
            <a:gsLst>
              <a:gs pos="0">
                <a:srgbClr val="FF6753">
                  <a:alpha val="0"/>
                </a:srgbClr>
              </a:gs>
              <a:gs pos="99000">
                <a:srgbClr val="D6002E">
                  <a:alpha val="44000"/>
                </a:srgb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11148C-8DD9-6154-C68C-8F67AD9658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31352" y="1792224"/>
            <a:ext cx="2322576" cy="3465576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600" b="0" cap="all" spc="4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A98F5A93-8140-CBD8-D340-993817719AE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64F8300-91F9-3B16-1D97-7082381C6AB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37360" y="1399032"/>
            <a:ext cx="5751576" cy="4041648"/>
          </a:xfrm>
        </p:spPr>
        <p:txBody>
          <a:bodyPr vert="horz" lIns="91440" tIns="45720" rIns="91440" bIns="45720" rtlCol="0" anchor="ctr">
            <a:normAutofit/>
          </a:bodyPr>
          <a:lstStyle>
            <a:lvl1pPr marL="182880" indent="-182880">
              <a:lnSpc>
                <a:spcPct val="110000"/>
              </a:lnSpc>
              <a:spcBef>
                <a:spcPts val="0"/>
              </a:spcBef>
              <a:buNone/>
              <a:defRPr lang="en-US" sz="3400" b="1" dirty="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18FECD6-59B2-0E39-163B-DB3FB28DD90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D9BF413-3F81-4C14-A195-E47B863670C3}" type="datetime2">
              <a:rPr lang="en-US" smtClean="0"/>
              <a:t>Thursday, September 24, 2026</a:t>
            </a:fld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EF16B6F-7839-1AC1-F1B6-E5DD5CB264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10589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1" y="294248"/>
            <a:ext cx="10844784" cy="9584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0CE8AB-DD53-DE37-0172-0F4C2D9FEBD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31838" y="2020824"/>
            <a:ext cx="5075237" cy="41148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467A339-2191-25DF-DA14-F9F1C27E8EB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0813" y="2020824"/>
            <a:ext cx="5075237" cy="41148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F1486C-F518-4593-A9F9-71F14C909BBB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08349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292608"/>
            <a:ext cx="10844784" cy="9601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074" y="1380744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5D0ED8F7-2A3F-80A9-EF90-A2A4073C69D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31838" y="2020888"/>
            <a:ext cx="507365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1384" y="1380744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5D723F4E-0022-57BD-B68A-67BA6188174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00813" y="2020888"/>
            <a:ext cx="5075237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DDA2C-4D95-4DB6-BF4A-4F688D05F62F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25818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292608"/>
            <a:ext cx="9985248" cy="9601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E4565-505C-457E-BFE9-7CA5ED3C51C4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96913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82EFDC-6A75-4D73-91E7-2ECC26E96D93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1745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31520" y="2311122"/>
            <a:ext cx="3309608" cy="3824566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6995" y="553616"/>
            <a:ext cx="6439309" cy="558207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8D072B-0F30-4743-AD00-90BD7F92FC91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59907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557784"/>
            <a:ext cx="3713996" cy="22123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31520" y="2826137"/>
            <a:ext cx="3310128" cy="3153877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6E5A5D34-8853-9D0F-8F1B-90E5CC5A7D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421313" y="603504"/>
            <a:ext cx="6154737" cy="537651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FF1A8-4BF9-4B7D-9A44-0F91B76D49BD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02161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51DC8D0-ECB3-9C81-4ADA-D2C30B00B1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6" y="1"/>
            <a:ext cx="12192006" cy="3200400"/>
          </a:xfrm>
          <a:prstGeom prst="rect">
            <a:avLst/>
          </a:prstGeom>
          <a:gradFill>
            <a:gsLst>
              <a:gs pos="8000">
                <a:srgbClr val="D861D4"/>
              </a:gs>
              <a:gs pos="100000">
                <a:srgbClr val="DA002F">
                  <a:alpha val="77647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A9673D-65B2-D6C4-C53F-8652E7E8A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4495799" y="-4495803"/>
            <a:ext cx="3200402" cy="12192003"/>
          </a:xfrm>
          <a:prstGeom prst="rect">
            <a:avLst/>
          </a:prstGeom>
          <a:gradFill>
            <a:gsLst>
              <a:gs pos="0">
                <a:srgbClr val="FE4A00">
                  <a:alpha val="49804"/>
                </a:srgbClr>
              </a:gs>
              <a:gs pos="99000">
                <a:srgbClr val="92248E">
                  <a:alpha val="62353"/>
                </a:srgb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2E07E3-56CC-285D-C461-695C95F6EC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8115300" y="-1"/>
            <a:ext cx="4076700" cy="3200400"/>
          </a:xfrm>
          <a:prstGeom prst="rect">
            <a:avLst/>
          </a:prstGeom>
          <a:gradFill>
            <a:gsLst>
              <a:gs pos="0">
                <a:srgbClr val="DA002F">
                  <a:alpha val="12941"/>
                </a:srgbClr>
              </a:gs>
              <a:gs pos="84000">
                <a:srgbClr val="FF907A">
                  <a:alpha val="20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013C450-5422-C684-DC49-499D1A1B95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508972">
            <a:off x="5601200" y="-1241452"/>
            <a:ext cx="4600694" cy="3518859"/>
          </a:xfrm>
          <a:custGeom>
            <a:avLst/>
            <a:gdLst>
              <a:gd name="connsiteX0" fmla="*/ 4600694 w 4600694"/>
              <a:gd name="connsiteY0" fmla="*/ 1140993 h 3518859"/>
              <a:gd name="connsiteX1" fmla="*/ 218087 w 4600694"/>
              <a:gd name="connsiteY1" fmla="*/ 3518859 h 3518859"/>
              <a:gd name="connsiteX2" fmla="*/ 141518 w 4600694"/>
              <a:gd name="connsiteY2" fmla="*/ 3334617 h 3518859"/>
              <a:gd name="connsiteX3" fmla="*/ 0 w 4600694"/>
              <a:gd name="connsiteY3" fmla="*/ 2502877 h 3518859"/>
              <a:gd name="connsiteX4" fmla="*/ 2502877 w 4600694"/>
              <a:gd name="connsiteY4" fmla="*/ 0 h 3518859"/>
              <a:gd name="connsiteX5" fmla="*/ 4526396 w 4600694"/>
              <a:gd name="connsiteY5" fmla="*/ 1029569 h 35188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00694" h="3518859">
                <a:moveTo>
                  <a:pt x="4600694" y="1140993"/>
                </a:moveTo>
                <a:lnTo>
                  <a:pt x="218087" y="3518859"/>
                </a:lnTo>
                <a:lnTo>
                  <a:pt x="141518" y="3334617"/>
                </a:lnTo>
                <a:cubicBezTo>
                  <a:pt x="49860" y="3074390"/>
                  <a:pt x="0" y="2794456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334417" y="0"/>
                  <a:pt x="4071245" y="405511"/>
                  <a:pt x="4526396" y="1029569"/>
                </a:cubicBezTo>
                <a:close/>
              </a:path>
            </a:pathLst>
          </a:cu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23000"/>
                </a:srgb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1179576"/>
            <a:ext cx="10881360" cy="1728216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1520" y="3657600"/>
            <a:ext cx="10881360" cy="27432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F7636FB-A6BA-4E3C-9023-5FBFE4689724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62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617130E-6216-789E-BE08-6D1E3E756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6" y="1"/>
            <a:ext cx="12192006" cy="3200400"/>
          </a:xfrm>
          <a:prstGeom prst="rect">
            <a:avLst/>
          </a:prstGeom>
          <a:gradFill>
            <a:gsLst>
              <a:gs pos="8000">
                <a:srgbClr val="D861D4"/>
              </a:gs>
              <a:gs pos="100000">
                <a:srgbClr val="DA002F">
                  <a:alpha val="77647"/>
                </a:srgb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499983-7B9C-7C3D-25C2-1715A4226D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6200000">
            <a:off x="4495799" y="-4495803"/>
            <a:ext cx="3200402" cy="12192003"/>
          </a:xfrm>
          <a:prstGeom prst="rect">
            <a:avLst/>
          </a:prstGeom>
          <a:gradFill>
            <a:gsLst>
              <a:gs pos="0">
                <a:srgbClr val="FE4A00">
                  <a:alpha val="49804"/>
                </a:srgbClr>
              </a:gs>
              <a:gs pos="99000">
                <a:srgbClr val="92248E">
                  <a:alpha val="62353"/>
                </a:srgb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492B90-6109-F01B-1ABB-6BED7A1F13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8115300" y="-5"/>
            <a:ext cx="4076700" cy="3200404"/>
          </a:xfrm>
          <a:prstGeom prst="rect">
            <a:avLst/>
          </a:prstGeom>
          <a:gradFill>
            <a:gsLst>
              <a:gs pos="0">
                <a:srgbClr val="DA002F">
                  <a:alpha val="12941"/>
                </a:srgbClr>
              </a:gs>
              <a:gs pos="84000">
                <a:srgbClr val="FF907A">
                  <a:alpha val="20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8F1BDFB-261A-F796-17BC-584DAB2E7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508972">
            <a:off x="5601200" y="-1241452"/>
            <a:ext cx="4600694" cy="3518859"/>
          </a:xfrm>
          <a:custGeom>
            <a:avLst/>
            <a:gdLst>
              <a:gd name="connsiteX0" fmla="*/ 4600694 w 4600694"/>
              <a:gd name="connsiteY0" fmla="*/ 1140993 h 3518859"/>
              <a:gd name="connsiteX1" fmla="*/ 218087 w 4600694"/>
              <a:gd name="connsiteY1" fmla="*/ 3518859 h 3518859"/>
              <a:gd name="connsiteX2" fmla="*/ 141518 w 4600694"/>
              <a:gd name="connsiteY2" fmla="*/ 3334617 h 3518859"/>
              <a:gd name="connsiteX3" fmla="*/ 0 w 4600694"/>
              <a:gd name="connsiteY3" fmla="*/ 2502877 h 3518859"/>
              <a:gd name="connsiteX4" fmla="*/ 2502877 w 4600694"/>
              <a:gd name="connsiteY4" fmla="*/ 0 h 3518859"/>
              <a:gd name="connsiteX5" fmla="*/ 4526396 w 4600694"/>
              <a:gd name="connsiteY5" fmla="*/ 1029569 h 35188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00694" h="3518859">
                <a:moveTo>
                  <a:pt x="4600694" y="1140993"/>
                </a:moveTo>
                <a:lnTo>
                  <a:pt x="218087" y="3518859"/>
                </a:lnTo>
                <a:lnTo>
                  <a:pt x="141518" y="3334617"/>
                </a:lnTo>
                <a:cubicBezTo>
                  <a:pt x="49860" y="3074390"/>
                  <a:pt x="0" y="2794456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334417" y="0"/>
                  <a:pt x="4071245" y="405511"/>
                  <a:pt x="4526396" y="1029569"/>
                </a:cubicBezTo>
                <a:close/>
              </a:path>
            </a:pathLst>
          </a:custGeom>
          <a:gradFill>
            <a:gsLst>
              <a:gs pos="31000">
                <a:srgbClr val="FF907A">
                  <a:alpha val="0"/>
                </a:srgbClr>
              </a:gs>
              <a:gs pos="85000">
                <a:srgbClr val="FFBCAF">
                  <a:alpha val="23000"/>
                </a:srgb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1179576"/>
            <a:ext cx="9994392" cy="1728216"/>
          </a:xfrm>
        </p:spPr>
        <p:txBody>
          <a:bodyPr anchor="b">
            <a:normAutofit/>
          </a:bodyPr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1520" y="3931920"/>
            <a:ext cx="9994392" cy="1806728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400" dirty="0"/>
            </a:lvl1pPr>
            <a:lvl2pPr marL="228600" indent="0">
              <a:buNone/>
              <a:defRPr lang="en-US" sz="2000" dirty="0"/>
            </a:lvl2pPr>
            <a:lvl3pPr marL="457200" indent="0">
              <a:buNone/>
              <a:defRPr lang="en-US" sz="1800" dirty="0"/>
            </a:lvl3pPr>
            <a:lvl4pPr marL="685800" indent="0">
              <a:buNone/>
              <a:defRPr lang="en-US" sz="1600" dirty="0"/>
            </a:lvl4pPr>
            <a:lvl5pPr marL="914400" indent="0">
              <a:buNone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BFE3FE3-B74C-4213-AB2F-60F99F3419C3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9701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2E3211F5-0F92-9768-CA9E-42BD20D24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 flipH="1">
            <a:off x="0" y="6410026"/>
            <a:ext cx="12192000" cy="448056"/>
          </a:xfrm>
          <a:prstGeom prst="rect">
            <a:avLst/>
          </a:prstGeom>
          <a:gradFill>
            <a:gsLst>
              <a:gs pos="62000">
                <a:srgbClr val="FE4A00">
                  <a:alpha val="66667"/>
                </a:srgbClr>
              </a:gs>
              <a:gs pos="100000">
                <a:srgbClr val="DA002F">
                  <a:alpha val="84706"/>
                </a:srgb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965722-DE3B-A05F-AE94-E31AF26EBF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4076700" y="6409937"/>
            <a:ext cx="8115298" cy="448063"/>
          </a:xfrm>
          <a:prstGeom prst="rect">
            <a:avLst/>
          </a:prstGeom>
          <a:gradFill>
            <a:gsLst>
              <a:gs pos="9000">
                <a:srgbClr val="E349BB">
                  <a:alpha val="61961"/>
                </a:srgbClr>
              </a:gs>
              <a:gs pos="99000">
                <a:srgbClr val="92248E"/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272" y="347472"/>
            <a:ext cx="9985248" cy="13258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3272" y="1837944"/>
            <a:ext cx="9985248" cy="4352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-1581912" y="1682496"/>
            <a:ext cx="3557016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1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22008" y="6455664"/>
            <a:ext cx="46725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300" baseline="0">
                <a:solidFill>
                  <a:schemeClr val="bg1"/>
                </a:solidFill>
              </a:defRPr>
            </a:lvl1pPr>
          </a:lstStyle>
          <a:p>
            <a:fld id="{39174FB3-ACF6-4A9B-9D1F-91EEB8A6966E}" type="datetime2">
              <a:rPr lang="en-US" smtClean="0"/>
              <a:t>Thursday, September 24, 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76304" y="6455664"/>
            <a:ext cx="548640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spc="200" baseline="0">
                <a:solidFill>
                  <a:schemeClr val="bg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288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9" r:id="rId1"/>
    <p:sldLayoutId id="2147483662" r:id="rId2"/>
    <p:sldLayoutId id="2147483788" r:id="rId3"/>
    <p:sldLayoutId id="2147483792" r:id="rId4"/>
    <p:sldLayoutId id="2147483785" r:id="rId5"/>
    <p:sldLayoutId id="2147483781" r:id="rId6"/>
    <p:sldLayoutId id="2147483783" r:id="rId7"/>
    <p:sldLayoutId id="2147483784" r:id="rId8"/>
    <p:sldLayoutId id="2147483729" r:id="rId9"/>
    <p:sldLayoutId id="2147483810" r:id="rId10"/>
    <p:sldLayoutId id="2147483716" r:id="rId11"/>
    <p:sldLayoutId id="2147483841" r:id="rId12"/>
    <p:sldLayoutId id="2147483679" r:id="rId13"/>
    <p:sldLayoutId id="2147483680" r:id="rId14"/>
    <p:sldLayoutId id="2147483681" r:id="rId15"/>
    <p:sldLayoutId id="2147483778" r:id="rId16"/>
    <p:sldLayoutId id="2147483797" r:id="rId17"/>
    <p:sldLayoutId id="2147483794" r:id="rId18"/>
    <p:sldLayoutId id="2147483690" r:id="rId19"/>
    <p:sldLayoutId id="2147483707" r:id="rId20"/>
    <p:sldLayoutId id="2147483708" r:id="rId21"/>
    <p:sldLayoutId id="2147483848" r:id="rId22"/>
    <p:sldLayoutId id="2147483849" r:id="rId23"/>
    <p:sldLayoutId id="2147483694" r:id="rId24"/>
    <p:sldLayoutId id="2147483803" r:id="rId25"/>
    <p:sldLayoutId id="2147483824" r:id="rId26"/>
    <p:sldLayoutId id="2147483770" r:id="rId27"/>
    <p:sldLayoutId id="2147483801" r:id="rId28"/>
    <p:sldLayoutId id="2147483808" r:id="rId29"/>
    <p:sldLayoutId id="2147483672" r:id="rId30"/>
    <p:sldLayoutId id="2147483804" r:id="rId31"/>
    <p:sldLayoutId id="2147483696" r:id="rId32"/>
    <p:sldLayoutId id="2147483845" r:id="rId33"/>
    <p:sldLayoutId id="2147483846" r:id="rId34"/>
    <p:sldLayoutId id="2147483847" r:id="rId35"/>
    <p:sldLayoutId id="2147483826" r:id="rId36"/>
    <p:sldLayoutId id="2147483775" r:id="rId37"/>
    <p:sldLayoutId id="2147483823" r:id="rId38"/>
    <p:sldLayoutId id="2147483842" r:id="rId39"/>
    <p:sldLayoutId id="2147483843" r:id="rId40"/>
    <p:sldLayoutId id="2147483844" r:id="rId41"/>
    <p:sldLayoutId id="2147483664" r:id="rId42"/>
    <p:sldLayoutId id="2147483665" r:id="rId43"/>
    <p:sldLayoutId id="2147483666" r:id="rId44"/>
    <p:sldLayoutId id="2147483667" r:id="rId45"/>
    <p:sldLayoutId id="2147483668" r:id="rId46"/>
    <p:sldLayoutId id="2147483669" r:id="rId47"/>
    <p:sldLayoutId id="2147483685" r:id="rId48"/>
    <p:sldLayoutId id="2147483730" r:id="rId4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liverKandir/LiteCast-Simulations-Cpp" TargetMode="External"/><Relationship Id="rId1" Type="http://schemas.openxmlformats.org/officeDocument/2006/relationships/slideLayout" Target="../slideLayouts/slideLayout4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3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FAA46-5C1D-CC0F-1993-8A78D4E68A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87568" y="1126373"/>
            <a:ext cx="5513832" cy="1725910"/>
          </a:xfrm>
        </p:spPr>
        <p:txBody>
          <a:bodyPr>
            <a:normAutofit fontScale="90000"/>
          </a:bodyPr>
          <a:lstStyle/>
          <a:p>
            <a:r>
              <a:rPr lang="en-US"/>
              <a:t>Litecast</a:t>
            </a:r>
            <a:br>
              <a:rPr lang="en-US"/>
            </a:br>
            <a:br>
              <a:rPr lang="en-US"/>
            </a:br>
            <a:r>
              <a:rPr lang="en-US" sz="2000" b="0">
                <a:ea typeface="+mj-lt"/>
                <a:cs typeface="+mj-lt"/>
              </a:rPr>
              <a:t>Flexible, Scalable and Uniform Local Data-Sharing in Real-Time</a:t>
            </a:r>
            <a:endParaRPr lang="en-US" sz="2000">
              <a:ea typeface="+mj-lt"/>
              <a:cs typeface="+mj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CEE30F-73E4-18D7-5CEC-E788CAFCE1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ctr">
            <a:noAutofit/>
          </a:bodyPr>
          <a:lstStyle/>
          <a:p>
            <a:r>
              <a:rPr lang="en-US" sz="2400"/>
              <a:t>Presentation by: </a:t>
            </a:r>
          </a:p>
          <a:p>
            <a:r>
              <a:rPr lang="en-US" sz="2400" err="1"/>
              <a:t>oliver</a:t>
            </a:r>
            <a:r>
              <a:rPr lang="en-US" sz="2400"/>
              <a:t> </a:t>
            </a:r>
            <a:r>
              <a:rPr lang="en-US" sz="2400" err="1"/>
              <a:t>kandir</a:t>
            </a:r>
            <a:r>
              <a:rPr lang="en-US" sz="2400"/>
              <a:t> (25cs06006)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F1298C-094D-8DE6-6F21-0D838CEE9A66}"/>
              </a:ext>
            </a:extLst>
          </p:cNvPr>
          <p:cNvSpPr/>
          <p:nvPr/>
        </p:nvSpPr>
        <p:spPr>
          <a:xfrm flipV="1">
            <a:off x="5708133" y="1769631"/>
            <a:ext cx="4564629" cy="2038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EF466F-E27B-0FF1-7CCF-11250D68E6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04" y="401595"/>
            <a:ext cx="4143138" cy="388208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6023B69-A447-4FFC-C209-3C3DEC3B130F}"/>
              </a:ext>
            </a:extLst>
          </p:cNvPr>
          <p:cNvSpPr txBox="1"/>
          <p:nvPr/>
        </p:nvSpPr>
        <p:spPr>
          <a:xfrm>
            <a:off x="1238678" y="4781085"/>
            <a:ext cx="2696814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Thesis Part-2</a:t>
            </a:r>
            <a:endParaRPr lang="en-US" sz="2400" dirty="0">
              <a:solidFill>
                <a:srgbClr val="000000"/>
              </a:solidFill>
            </a:endParaRPr>
          </a:p>
          <a:p>
            <a:pPr algn="ctr"/>
            <a:endParaRPr lang="en-US" sz="2400" dirty="0">
              <a:solidFill>
                <a:srgbClr val="000000"/>
              </a:solidFill>
              <a:ea typeface="+mn-lt"/>
              <a:cs typeface="+mn-lt"/>
            </a:endParaRPr>
          </a:p>
          <a:p>
            <a:pPr algn="ctr"/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Mid-Term Project Evaluation</a:t>
            </a:r>
            <a:endParaRPr lang="en-US" sz="24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CF8B477-9A6A-F892-2C2D-E1BA179D601B}"/>
              </a:ext>
            </a:extLst>
          </p:cNvPr>
          <p:cNvSpPr/>
          <p:nvPr/>
        </p:nvSpPr>
        <p:spPr>
          <a:xfrm>
            <a:off x="1234459" y="5316545"/>
            <a:ext cx="2702179" cy="61997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05253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EFB1A-6E3D-B73B-B4FB-4C00B5644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951" y="673608"/>
            <a:ext cx="3734788" cy="712986"/>
          </a:xfrm>
          <a:ln w="127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dirty="0">
                <a:solidFill>
                  <a:schemeClr val="accent4">
                    <a:lumMod val="76000"/>
                  </a:schemeClr>
                </a:solidFill>
                <a:ea typeface="+mj-lt"/>
                <a:cs typeface="+mj-lt"/>
              </a:rPr>
              <a:t>Work Done So Far</a:t>
            </a:r>
            <a:endParaRPr lang="en-US">
              <a:solidFill>
                <a:schemeClr val="accent4">
                  <a:lumMod val="76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311EE4-A35B-512E-B000-D6DE530C982D}"/>
              </a:ext>
            </a:extLst>
          </p:cNvPr>
          <p:cNvSpPr txBox="1"/>
          <p:nvPr/>
        </p:nvSpPr>
        <p:spPr>
          <a:xfrm>
            <a:off x="607254" y="1877896"/>
            <a:ext cx="11137944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Developed a simulation to study, verify, and improve the working of </a:t>
            </a:r>
            <a:r>
              <a:rPr lang="en-US" sz="2400" dirty="0" err="1">
                <a:ea typeface="+mn-lt"/>
                <a:cs typeface="+mn-lt"/>
              </a:rPr>
              <a:t>LiteCast</a:t>
            </a:r>
            <a:r>
              <a:rPr lang="en-US" sz="2400" dirty="0">
                <a:ea typeface="+mn-lt"/>
                <a:cs typeface="+mn-lt"/>
              </a:rPr>
              <a:t>. </a:t>
            </a:r>
            <a:endParaRPr lang="en-US" sz="2400"/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Identified problems in the current implementation of </a:t>
            </a:r>
            <a:r>
              <a:rPr lang="en-US" sz="2400" dirty="0" err="1">
                <a:ea typeface="+mn-lt"/>
                <a:cs typeface="+mn-lt"/>
              </a:rPr>
              <a:t>LiteCast</a:t>
            </a:r>
            <a:r>
              <a:rPr lang="en-US" sz="2400" dirty="0">
                <a:ea typeface="+mn-lt"/>
                <a:cs typeface="+mn-lt"/>
              </a:rPr>
              <a:t>. </a:t>
            </a:r>
            <a:endParaRPr lang="en-US" sz="2400"/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Proposed solutions to address the identified problems.</a:t>
            </a:r>
            <a:endParaRPr lang="en-US" sz="2400" dirty="0"/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9AC990-9E01-2405-D979-A6E5F68218D5}"/>
              </a:ext>
            </a:extLst>
          </p:cNvPr>
          <p:cNvSpPr/>
          <p:nvPr/>
        </p:nvSpPr>
        <p:spPr>
          <a:xfrm>
            <a:off x="604179" y="1714640"/>
            <a:ext cx="10992925" cy="2760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5939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1B6E12-606D-7BCE-C149-6A12ADA1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0084D-2C67-6D79-EA62-7B2BC5EFE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7951" y="673608"/>
            <a:ext cx="3734788" cy="712986"/>
          </a:xfrm>
          <a:ln w="127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dirty="0">
                <a:solidFill>
                  <a:schemeClr val="accent4">
                    <a:lumMod val="76000"/>
                  </a:schemeClr>
                </a:solidFill>
                <a:ea typeface="+mj-lt"/>
                <a:cs typeface="+mj-lt"/>
              </a:rPr>
              <a:t>Simulation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257A9F-F8CA-BAA5-6525-882C17A2CD2E}"/>
              </a:ext>
            </a:extLst>
          </p:cNvPr>
          <p:cNvSpPr txBox="1"/>
          <p:nvPr/>
        </p:nvSpPr>
        <p:spPr>
          <a:xfrm>
            <a:off x="607254" y="1877896"/>
            <a:ext cx="10983485" cy="21997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Implemented in C++ based on the details provided in the original paper. </a:t>
            </a:r>
            <a:endParaRPr lang="en-US" dirty="0"/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Simulation code and results are publicly available on GitHub. </a:t>
            </a:r>
            <a:endParaRPr lang="en-US" dirty="0"/>
          </a:p>
          <a:p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The obtained results resemble the results reported in the paper.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8D3675-E09D-F7A5-3AA6-28B1D143136E}"/>
              </a:ext>
            </a:extLst>
          </p:cNvPr>
          <p:cNvSpPr/>
          <p:nvPr/>
        </p:nvSpPr>
        <p:spPr>
          <a:xfrm>
            <a:off x="604179" y="1714640"/>
            <a:ext cx="10992925" cy="2760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075185-EFB7-4583-53C6-DA568BDA78C8}"/>
              </a:ext>
            </a:extLst>
          </p:cNvPr>
          <p:cNvSpPr txBox="1"/>
          <p:nvPr/>
        </p:nvSpPr>
        <p:spPr>
          <a:xfrm>
            <a:off x="814272" y="4526800"/>
            <a:ext cx="952284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Repository Link: </a:t>
            </a:r>
            <a:r>
              <a:rPr lang="en-US" dirty="0" err="1">
                <a:ea typeface="+mn-lt"/>
                <a:cs typeface="+mn-lt"/>
                <a:hlinkClick r:id="rId2"/>
              </a:rPr>
              <a:t>OliverKandir</a:t>
            </a:r>
            <a:r>
              <a:rPr lang="en-US" dirty="0">
                <a:ea typeface="+mn-lt"/>
                <a:cs typeface="+mn-lt"/>
                <a:hlinkClick r:id="rId2"/>
              </a:rPr>
              <a:t>/</a:t>
            </a:r>
            <a:r>
              <a:rPr lang="en-US" dirty="0" err="1">
                <a:ea typeface="+mn-lt"/>
                <a:cs typeface="+mn-lt"/>
                <a:hlinkClick r:id="rId2"/>
              </a:rPr>
              <a:t>LiteCast</a:t>
            </a:r>
            <a:r>
              <a:rPr lang="en-US" dirty="0">
                <a:ea typeface="+mn-lt"/>
                <a:cs typeface="+mn-lt"/>
                <a:hlinkClick r:id="rId2"/>
              </a:rPr>
              <a:t>-Simulations-Cpp: C++ simulation implementations developed as part of my M.Tech thesis, based on the published LiteCast research.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39473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0598718-A65E-6348-6145-7568EEAB2067}"/>
              </a:ext>
            </a:extLst>
          </p:cNvPr>
          <p:cNvSpPr txBox="1"/>
          <p:nvPr/>
        </p:nvSpPr>
        <p:spPr>
          <a:xfrm>
            <a:off x="342599" y="1102953"/>
            <a:ext cx="2507245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RESULTS FROM THE PAPER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21A59BB-6B89-AD9E-B621-8340E1A29AF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4347198" y="-3843"/>
            <a:ext cx="5828356" cy="686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938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A19E1-DB3F-670F-974F-E12877921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2E01DB5-ACDB-E7D8-6577-B6C3AC6F5CE7}"/>
              </a:ext>
            </a:extLst>
          </p:cNvPr>
          <p:cNvSpPr txBox="1"/>
          <p:nvPr/>
        </p:nvSpPr>
        <p:spPr>
          <a:xfrm>
            <a:off x="342599" y="1102953"/>
            <a:ext cx="2507245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RESULTS FROM THE SIMULATION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6BE46B6-F2C1-415D-9382-7482A78E0A4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657042" y="156950"/>
            <a:ext cx="6887522" cy="56184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780CB4-319D-C875-20BC-CC14A6AB168C}"/>
              </a:ext>
            </a:extLst>
          </p:cNvPr>
          <p:cNvSpPr txBox="1"/>
          <p:nvPr/>
        </p:nvSpPr>
        <p:spPr>
          <a:xfrm>
            <a:off x="3657323" y="6031133"/>
            <a:ext cx="7770087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ea typeface="+mn-lt"/>
                <a:cs typeface="+mn-lt"/>
              </a:rPr>
              <a:t>The simulation reproduces the general reliability and latency trends reported in the </a:t>
            </a:r>
            <a:r>
              <a:rPr lang="en-US" dirty="0" err="1">
                <a:ea typeface="+mn-lt"/>
                <a:cs typeface="+mn-lt"/>
              </a:rPr>
              <a:t>LiteCast</a:t>
            </a:r>
            <a:r>
              <a:rPr lang="en-US" dirty="0">
                <a:ea typeface="+mn-lt"/>
                <a:cs typeface="+mn-lt"/>
              </a:rPr>
              <a:t> paper.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8572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750F3-2421-81C5-4542-D808C0209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272" y="347472"/>
            <a:ext cx="10593346" cy="1033272"/>
          </a:xfrm>
        </p:spPr>
        <p:txBody>
          <a:bodyPr>
            <a:normAutofit fontScale="90000"/>
          </a:bodyPr>
          <a:lstStyle/>
          <a:p>
            <a:r>
              <a:rPr lang="en-US" dirty="0"/>
              <a:t>SIDE-BY-SIDE RESULTS</a:t>
            </a:r>
            <a:br>
              <a:rPr lang="en-US" dirty="0"/>
            </a:br>
            <a:br>
              <a:rPr lang="en-US" dirty="0"/>
            </a:br>
            <a:r>
              <a:rPr lang="en-US" dirty="0">
                <a:solidFill>
                  <a:srgbClr val="FFFF00"/>
                </a:solidFill>
                <a:ea typeface="+mj-lt"/>
                <a:cs typeface="+mj-lt"/>
              </a:rPr>
              <a:t>Simulation Results</a:t>
            </a:r>
            <a:r>
              <a:rPr lang="en-US" b="0" dirty="0">
                <a:solidFill>
                  <a:srgbClr val="FFFF00"/>
                </a:solidFill>
                <a:ea typeface="+mj-lt"/>
                <a:cs typeface="+mj-lt"/>
              </a:rPr>
              <a:t> </a:t>
            </a:r>
            <a:r>
              <a:rPr lang="en-US" b="0" dirty="0">
                <a:ea typeface="+mj-lt"/>
                <a:cs typeface="+mj-lt"/>
              </a:rPr>
              <a:t>                                                       </a:t>
            </a:r>
            <a:r>
              <a:rPr lang="en-US" dirty="0">
                <a:ea typeface="+mj-lt"/>
                <a:cs typeface="+mj-lt"/>
              </a:rPr>
              <a:t>Paper Results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15288EA-073E-1102-C079-B2A6BB97EC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61841" y="1717790"/>
            <a:ext cx="4385600" cy="51388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A5720FE-CA15-F937-C7B6-72535900A1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952" y="1722782"/>
            <a:ext cx="6117229" cy="5024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310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AB816-C6F3-4138-B021-4FCC390FF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33068E-18D9-1738-32F1-EDA09AAEDA69}"/>
              </a:ext>
            </a:extLst>
          </p:cNvPr>
          <p:cNvSpPr txBox="1"/>
          <p:nvPr/>
        </p:nvSpPr>
        <p:spPr>
          <a:xfrm>
            <a:off x="607254" y="1733734"/>
            <a:ext cx="10983485" cy="446192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The major goal of </a:t>
            </a:r>
            <a:r>
              <a:rPr lang="en-US" sz="2400" dirty="0" err="1">
                <a:ea typeface="+mn-lt"/>
                <a:cs typeface="+mn-lt"/>
              </a:rPr>
              <a:t>LiteCast</a:t>
            </a:r>
            <a:r>
              <a:rPr lang="en-US" sz="2400" dirty="0">
                <a:ea typeface="+mn-lt"/>
                <a:cs typeface="+mn-lt"/>
              </a:rPr>
              <a:t> is to achieve Local Coverage (many to many dissemination) in the minimum amount of time. </a:t>
            </a:r>
            <a:r>
              <a:rPr lang="en-US" sz="2400" dirty="0" err="1">
                <a:ea typeface="+mn-lt"/>
                <a:cs typeface="+mn-lt"/>
              </a:rPr>
              <a:t>LiteCast</a:t>
            </a:r>
            <a:r>
              <a:rPr lang="en-US" sz="2400" dirty="0">
                <a:ea typeface="+mn-lt"/>
                <a:cs typeface="+mn-lt"/>
              </a:rPr>
              <a:t> achieves this by operating with the minimum </a:t>
            </a:r>
            <a:r>
              <a:rPr lang="en-US" sz="2400" dirty="0" err="1">
                <a:ea typeface="+mn-lt"/>
                <a:cs typeface="+mn-lt"/>
              </a:rPr>
              <a:t>Slotsize</a:t>
            </a:r>
            <a:r>
              <a:rPr lang="en-US" sz="2400" dirty="0">
                <a:ea typeface="+mn-lt"/>
                <a:cs typeface="+mn-lt"/>
              </a:rPr>
              <a:t> that is collision free. 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For example, if a locality contains only 5 nodes and these nodes are perfectly mapped to 5 </a:t>
            </a:r>
            <a:r>
              <a:rPr lang="en-US" sz="2400" dirty="0" err="1">
                <a:ea typeface="+mn-lt"/>
                <a:cs typeface="+mn-lt"/>
              </a:rPr>
              <a:t>subslots</a:t>
            </a:r>
            <a:r>
              <a:rPr lang="en-US" sz="2400" dirty="0">
                <a:ea typeface="+mn-lt"/>
                <a:cs typeface="+mn-lt"/>
              </a:rPr>
              <a:t>, the locality can achieve LC-1, LC-2, and LC-3 in the minimum amount of time, even if the overall network contains hundreds or thousands of nodes.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1E5E45-F405-4E0D-49A4-CC9E28D9342C}"/>
              </a:ext>
            </a:extLst>
          </p:cNvPr>
          <p:cNvSpPr/>
          <p:nvPr/>
        </p:nvSpPr>
        <p:spPr>
          <a:xfrm>
            <a:off x="604179" y="1714640"/>
            <a:ext cx="10992925" cy="2760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6D7E16B-EE09-D2C5-C4D3-721298D03400}"/>
              </a:ext>
            </a:extLst>
          </p:cNvPr>
          <p:cNvSpPr txBox="1">
            <a:spLocks/>
          </p:cNvSpPr>
          <p:nvPr/>
        </p:nvSpPr>
        <p:spPr>
          <a:xfrm>
            <a:off x="607951" y="673608"/>
            <a:ext cx="3734788" cy="71298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accent4">
                    <a:lumMod val="76000"/>
                  </a:schemeClr>
                </a:solidFill>
                <a:ea typeface="+mj-lt"/>
                <a:cs typeface="+mj-lt"/>
              </a:rPr>
              <a:t>GOAL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6444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922C0-03A0-D2C5-3FB1-F4C1225F7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6400C5E-9682-5C51-1BDB-EEF296185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2F632ED2-BEC9-794E-145A-7D1AC5992D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30974" y="1717790"/>
            <a:ext cx="10244550" cy="513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3492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54995-5603-3388-5B54-5878A989B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D1FD7FC-0C9F-B0CC-780B-836B504546D9}"/>
              </a:ext>
            </a:extLst>
          </p:cNvPr>
          <p:cNvSpPr txBox="1"/>
          <p:nvPr/>
        </p:nvSpPr>
        <p:spPr>
          <a:xfrm>
            <a:off x="607254" y="1733734"/>
            <a:ext cx="10983485" cy="27999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When the number of </a:t>
            </a:r>
            <a:r>
              <a:rPr lang="en-US" sz="2400" dirty="0" err="1">
                <a:ea typeface="+mn-lt"/>
                <a:cs typeface="+mn-lt"/>
              </a:rPr>
              <a:t>subslots</a:t>
            </a:r>
            <a:r>
              <a:rPr lang="en-US" sz="2400" dirty="0">
                <a:ea typeface="+mn-lt"/>
                <a:cs typeface="+mn-lt"/>
              </a:rPr>
              <a:t> equals the number of nodes and each node is mapped to a unique </a:t>
            </a:r>
            <a:r>
              <a:rPr lang="en-US" sz="2400" dirty="0" err="1">
                <a:ea typeface="+mn-lt"/>
                <a:cs typeface="+mn-lt"/>
              </a:rPr>
              <a:t>subslot</a:t>
            </a:r>
            <a:r>
              <a:rPr lang="en-US" sz="2400" dirty="0">
                <a:ea typeface="+mn-lt"/>
                <a:cs typeface="+mn-lt"/>
              </a:rPr>
              <a:t>, all nodes have collision-free reservations. </a:t>
            </a:r>
            <a:endParaRPr lang="en-US" dirty="0"/>
          </a:p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This configuration can support any Local Coverage level without </a:t>
            </a:r>
            <a:r>
              <a:rPr lang="en-US" sz="2400" dirty="0" err="1">
                <a:ea typeface="+mn-lt"/>
                <a:cs typeface="+mn-lt"/>
              </a:rPr>
              <a:t>subslot</a:t>
            </a:r>
            <a:r>
              <a:rPr lang="en-US" sz="2400" dirty="0">
                <a:ea typeface="+mn-lt"/>
                <a:cs typeface="+mn-lt"/>
              </a:rPr>
              <a:t> collisions.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CA0520-2C8B-609E-2100-BF8CCA687CAC}"/>
              </a:ext>
            </a:extLst>
          </p:cNvPr>
          <p:cNvSpPr/>
          <p:nvPr/>
        </p:nvSpPr>
        <p:spPr>
          <a:xfrm>
            <a:off x="604179" y="1714640"/>
            <a:ext cx="10992925" cy="2760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A5FA3B7-66CE-8F2C-E515-0E90797E37F9}"/>
              </a:ext>
            </a:extLst>
          </p:cNvPr>
          <p:cNvSpPr txBox="1">
            <a:spLocks/>
          </p:cNvSpPr>
          <p:nvPr/>
        </p:nvSpPr>
        <p:spPr>
          <a:xfrm>
            <a:off x="607951" y="673608"/>
            <a:ext cx="3734788" cy="71298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rgbClr val="00B0F0"/>
                </a:solidFill>
                <a:ea typeface="+mj-lt"/>
                <a:cs typeface="+mj-lt"/>
              </a:rPr>
              <a:t>BASELINE</a:t>
            </a:r>
            <a:endParaRPr lang="en-US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83853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BF75EF-49FA-AC43-BAD7-84BABE8F3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AF6A345-1FE8-7AC0-B4C4-7315F5AFB4A5}"/>
              </a:ext>
            </a:extLst>
          </p:cNvPr>
          <p:cNvSpPr txBox="1"/>
          <p:nvPr/>
        </p:nvSpPr>
        <p:spPr>
          <a:xfrm>
            <a:off x="607254" y="1744778"/>
            <a:ext cx="10983485" cy="50159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The initiator does not provide the node IDs to the nodes. Therefore, the hash function uses preconfigured IDs or MAC addresses for </a:t>
            </a:r>
            <a:r>
              <a:rPr lang="en-US" sz="2400" dirty="0" err="1">
                <a:ea typeface="+mn-lt"/>
                <a:cs typeface="+mn-lt"/>
              </a:rPr>
              <a:t>subslot</a:t>
            </a:r>
            <a:r>
              <a:rPr lang="en-US" sz="2400" dirty="0">
                <a:ea typeface="+mn-lt"/>
                <a:cs typeface="+mn-lt"/>
              </a:rPr>
              <a:t> assignment.</a:t>
            </a:r>
            <a:endParaRPr lang="en-US" dirty="0">
              <a:ea typeface="+mn-lt"/>
              <a:cs typeface="+mn-lt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FF0000"/>
                </a:solidFill>
                <a:ea typeface="+mn-lt"/>
                <a:cs typeface="+mn-lt"/>
              </a:rPr>
              <a:t>Collision is possible:</a:t>
            </a:r>
            <a:r>
              <a:rPr lang="en-US" sz="2400" dirty="0">
                <a:ea typeface="+mn-lt"/>
                <a:cs typeface="+mn-lt"/>
              </a:rPr>
              <a:t> For example, consider a 5-node network using a modulo-5 hash function. If the node IDs are 5, 25, 35, 105, and 55, then all five nodes are assigned to the same </a:t>
            </a:r>
            <a:r>
              <a:rPr lang="en-US" sz="2400" dirty="0" err="1">
                <a:ea typeface="+mn-lt"/>
                <a:cs typeface="+mn-lt"/>
              </a:rPr>
              <a:t>subslot</a:t>
            </a:r>
            <a:r>
              <a:rPr lang="en-US" sz="2400" dirty="0">
                <a:ea typeface="+mn-lt"/>
                <a:cs typeface="+mn-lt"/>
              </a:rPr>
              <a:t> (0) and transmit in the same </a:t>
            </a:r>
            <a:r>
              <a:rPr lang="en-US" sz="2400" dirty="0" err="1">
                <a:ea typeface="+mn-lt"/>
                <a:cs typeface="+mn-lt"/>
              </a:rPr>
              <a:t>subslot</a:t>
            </a:r>
            <a:r>
              <a:rPr lang="en-US" sz="2400" dirty="0">
                <a:ea typeface="+mn-lt"/>
                <a:cs typeface="+mn-lt"/>
              </a:rPr>
              <a:t>.</a:t>
            </a:r>
            <a:endParaRPr lang="en-US" dirty="0">
              <a:ea typeface="+mn-lt"/>
              <a:cs typeface="+mn-lt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609F44-11B8-EAD7-281D-E0A9E2329C68}"/>
              </a:ext>
            </a:extLst>
          </p:cNvPr>
          <p:cNvSpPr/>
          <p:nvPr/>
        </p:nvSpPr>
        <p:spPr>
          <a:xfrm>
            <a:off x="604179" y="1714640"/>
            <a:ext cx="10992925" cy="2760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8969FDF-DD1F-04DA-5A3E-F0752EA4A4ED}"/>
              </a:ext>
            </a:extLst>
          </p:cNvPr>
          <p:cNvSpPr txBox="1">
            <a:spLocks/>
          </p:cNvSpPr>
          <p:nvPr/>
        </p:nvSpPr>
        <p:spPr>
          <a:xfrm>
            <a:off x="607951" y="673608"/>
            <a:ext cx="4077136" cy="71298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accent4">
                    <a:lumMod val="76000"/>
                  </a:schemeClr>
                </a:solidFill>
                <a:ea typeface="+mj-lt"/>
                <a:cs typeface="+mj-lt"/>
              </a:rPr>
              <a:t>Problems Identified</a:t>
            </a:r>
            <a:endParaRPr lang="en-US" dirty="0">
              <a:solidFill>
                <a:schemeClr val="accent4">
                  <a:lumMod val="76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93521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0E98C-0FF6-78B7-991C-9A0E3E6FF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E304110-2BCB-6E05-A863-77396DC74313}"/>
              </a:ext>
            </a:extLst>
          </p:cNvPr>
          <p:cNvSpPr txBox="1"/>
          <p:nvPr/>
        </p:nvSpPr>
        <p:spPr>
          <a:xfrm>
            <a:off x="607254" y="1717766"/>
            <a:ext cx="10983485" cy="55699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Suppose we ensure that Node IDs range from 1 to the number of nodes in the network and set the </a:t>
            </a:r>
            <a:r>
              <a:rPr lang="en-US" sz="2400" dirty="0" err="1">
                <a:ea typeface="+mn-lt"/>
                <a:cs typeface="+mn-lt"/>
              </a:rPr>
              <a:t>slotsize</a:t>
            </a:r>
            <a:r>
              <a:rPr lang="en-US" sz="2400" dirty="0">
                <a:ea typeface="+mn-lt"/>
                <a:cs typeface="+mn-lt"/>
              </a:rPr>
              <a:t> equal to the maximum degree of the network, where:</a:t>
            </a:r>
            <a:endParaRPr lang="en-US" dirty="0">
              <a:ea typeface="+mn-lt"/>
              <a:cs typeface="+mn-lt"/>
            </a:endParaRPr>
          </a:p>
          <a:p>
            <a:pPr lvl="1">
              <a:lnSpc>
                <a:spcPct val="150000"/>
              </a:lnSpc>
            </a:pPr>
            <a:r>
              <a:rPr lang="en-US" sz="2400" dirty="0">
                <a:ea typeface="+mn-lt"/>
                <a:cs typeface="+mn-lt"/>
              </a:rPr>
              <a:t>  Maximum Degree &lt; Number of Nodes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FF0000"/>
                </a:solidFill>
                <a:ea typeface="+mn-lt"/>
                <a:cs typeface="+mn-lt"/>
              </a:rPr>
              <a:t>Collision is possible:</a:t>
            </a:r>
            <a:r>
              <a:rPr lang="en-US" sz="2400" dirty="0">
                <a:ea typeface="+mn-lt"/>
                <a:cs typeface="+mn-lt"/>
              </a:rPr>
              <a:t> Proof:- by the Pigeonhole Principle, if the number of </a:t>
            </a:r>
            <a:r>
              <a:rPr lang="en-US" sz="2400" dirty="0" err="1">
                <a:ea typeface="+mn-lt"/>
                <a:cs typeface="+mn-lt"/>
              </a:rPr>
              <a:t>subslots</a:t>
            </a:r>
            <a:r>
              <a:rPr lang="en-US" sz="2400" dirty="0">
                <a:ea typeface="+mn-lt"/>
                <a:cs typeface="+mn-lt"/>
              </a:rPr>
              <a:t> is less than the number of nodes, at least one </a:t>
            </a:r>
            <a:r>
              <a:rPr lang="en-US" sz="2400" dirty="0" err="1">
                <a:ea typeface="+mn-lt"/>
                <a:cs typeface="+mn-lt"/>
              </a:rPr>
              <a:t>subslot</a:t>
            </a:r>
            <a:r>
              <a:rPr lang="en-US" sz="2400" dirty="0">
                <a:ea typeface="+mn-lt"/>
                <a:cs typeface="+mn-lt"/>
              </a:rPr>
              <a:t> must contain more than one node. Therefore, a collision is unavoidable, regardless of the hash function used.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A5B943-8F43-C4E0-4B1A-06D7B5DC8861}"/>
              </a:ext>
            </a:extLst>
          </p:cNvPr>
          <p:cNvSpPr/>
          <p:nvPr/>
        </p:nvSpPr>
        <p:spPr>
          <a:xfrm>
            <a:off x="604179" y="1714640"/>
            <a:ext cx="10992925" cy="2760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8C15BEA-121D-291B-B780-78820E5A0E67}"/>
              </a:ext>
            </a:extLst>
          </p:cNvPr>
          <p:cNvSpPr txBox="1">
            <a:spLocks/>
          </p:cNvSpPr>
          <p:nvPr/>
        </p:nvSpPr>
        <p:spPr>
          <a:xfrm>
            <a:off x="607951" y="673608"/>
            <a:ext cx="4077136" cy="71298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accent4">
                    <a:lumMod val="76000"/>
                  </a:schemeClr>
                </a:solidFill>
                <a:ea typeface="+mj-lt"/>
                <a:cs typeface="+mj-lt"/>
              </a:rPr>
              <a:t>Problems Identified</a:t>
            </a:r>
            <a:endParaRPr lang="en-US" dirty="0">
              <a:solidFill>
                <a:schemeClr val="accent4">
                  <a:lumMod val="76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3064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B62B1F-9981-9AD9-223A-62550DB6B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A0E4A0-0A91-0E02-C284-7A5917135C30}"/>
              </a:ext>
            </a:extLst>
          </p:cNvPr>
          <p:cNvSpPr txBox="1"/>
          <p:nvPr/>
        </p:nvSpPr>
        <p:spPr>
          <a:xfrm>
            <a:off x="607254" y="2654820"/>
            <a:ext cx="10983485" cy="33539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FF0000"/>
                </a:solidFill>
                <a:ea typeface="+mn-lt"/>
                <a:cs typeface="+mn-lt"/>
              </a:rPr>
              <a:t>Head-to-head collision: Two nodes transmit in the same </a:t>
            </a:r>
            <a:r>
              <a:rPr lang="en-US" sz="2400" dirty="0" err="1">
                <a:solidFill>
                  <a:srgbClr val="FF0000"/>
                </a:solidFill>
                <a:ea typeface="+mn-lt"/>
                <a:cs typeface="+mn-lt"/>
              </a:rPr>
              <a:t>subslot</a:t>
            </a:r>
            <a:r>
              <a:rPr lang="en-US" sz="2400" dirty="0">
                <a:solidFill>
                  <a:srgbClr val="FF0000"/>
                </a:solidFill>
                <a:ea typeface="+mn-lt"/>
                <a:cs typeface="+mn-lt"/>
              </a:rPr>
              <a:t>. The receiver cannot decode either transmission, resulting in data loss.</a:t>
            </a:r>
            <a:endParaRPr lang="en-US" dirty="0">
              <a:ea typeface="+mn-lt"/>
              <a:cs typeface="+mn-lt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FF0000"/>
                </a:solidFill>
                <a:ea typeface="+mn-lt"/>
                <a:cs typeface="+mn-lt"/>
              </a:rPr>
              <a:t>Data loss goes undetected: A transmission may collide at one receiver while being successfully received and acknowledged by another receiver. Consequently, the data loss at the first receiver may go undetected.</a:t>
            </a:r>
            <a:endParaRPr lang="en-US" dirty="0">
              <a:ea typeface="+mn-lt"/>
              <a:cs typeface="+mn-lt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1B09FA-5BD5-8228-D838-C26E7E1A68B8}"/>
              </a:ext>
            </a:extLst>
          </p:cNvPr>
          <p:cNvSpPr/>
          <p:nvPr/>
        </p:nvSpPr>
        <p:spPr>
          <a:xfrm>
            <a:off x="604179" y="1714640"/>
            <a:ext cx="10992925" cy="2760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89984AE-84F5-05F0-272A-857A6FF03F60}"/>
              </a:ext>
            </a:extLst>
          </p:cNvPr>
          <p:cNvSpPr txBox="1">
            <a:spLocks/>
          </p:cNvSpPr>
          <p:nvPr/>
        </p:nvSpPr>
        <p:spPr>
          <a:xfrm>
            <a:off x="607951" y="673608"/>
            <a:ext cx="4077136" cy="71298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accent4">
                    <a:lumMod val="76000"/>
                  </a:schemeClr>
                </a:solidFill>
                <a:ea typeface="+mj-lt"/>
                <a:cs typeface="+mj-lt"/>
              </a:rPr>
              <a:t>Effects of Collision</a:t>
            </a:r>
            <a:endParaRPr lang="en-US" dirty="0">
              <a:solidFill>
                <a:schemeClr val="accent4">
                  <a:lumMod val="76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1716550-64B8-2F69-A9B4-804205A7599A}"/>
              </a:ext>
            </a:extLst>
          </p:cNvPr>
          <p:cNvSpPr txBox="1"/>
          <p:nvPr/>
        </p:nvSpPr>
        <p:spPr>
          <a:xfrm>
            <a:off x="607819" y="1736022"/>
            <a:ext cx="1122175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/>
              <a:t>Collision always occur at the receiver side. </a:t>
            </a:r>
            <a:r>
              <a:rPr lang="en-US" sz="2400" dirty="0">
                <a:ea typeface="+mn-lt"/>
                <a:cs typeface="+mn-lt"/>
              </a:rPr>
              <a:t>This can result in the following cases:</a:t>
            </a:r>
            <a:endParaRPr lang="en-US" dirty="0"/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0554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EF255-09B1-9B59-239E-C77F333EB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41016C-D4FE-3692-19E3-7B70E5B3680F}"/>
              </a:ext>
            </a:extLst>
          </p:cNvPr>
          <p:cNvSpPr/>
          <p:nvPr/>
        </p:nvSpPr>
        <p:spPr>
          <a:xfrm>
            <a:off x="604179" y="1714640"/>
            <a:ext cx="10992925" cy="2760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19406EF-D49D-7702-2802-82B28CB96F06}"/>
              </a:ext>
            </a:extLst>
          </p:cNvPr>
          <p:cNvSpPr txBox="1">
            <a:spLocks/>
          </p:cNvSpPr>
          <p:nvPr/>
        </p:nvSpPr>
        <p:spPr>
          <a:xfrm>
            <a:off x="607951" y="673608"/>
            <a:ext cx="4077136" cy="71298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accent4">
                    <a:lumMod val="76000"/>
                  </a:schemeClr>
                </a:solidFill>
                <a:ea typeface="+mj-lt"/>
                <a:cs typeface="+mj-lt"/>
              </a:rPr>
              <a:t>Effects of Collision</a:t>
            </a:r>
            <a:endParaRPr lang="en-US" dirty="0">
              <a:solidFill>
                <a:schemeClr val="accent4">
                  <a:lumMod val="76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EA0CB3-1FF4-CF38-284F-10D88D4B9280}"/>
              </a:ext>
            </a:extLst>
          </p:cNvPr>
          <p:cNvSpPr txBox="1"/>
          <p:nvPr/>
        </p:nvSpPr>
        <p:spPr>
          <a:xfrm>
            <a:off x="607391" y="1971261"/>
            <a:ext cx="4097131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i="0" u="none" strike="noStrike" baseline="0" dirty="0">
                <a:solidFill>
                  <a:srgbClr val="FF0000"/>
                </a:solidFill>
                <a:latin typeface="Avenir Next LT Pro Light"/>
              </a:rPr>
              <a:t>Data loss goes undetected:</a:t>
            </a:r>
            <a:endParaRPr lang="en-US" sz="1600"/>
          </a:p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28F0A8-9828-300E-8138-59E99E58C9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38555"/>
            <a:ext cx="12192000" cy="4036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2504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12964-A398-3243-6CCE-68AF51359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595D5C1-D1B6-2F7D-70A2-33142036467B}"/>
              </a:ext>
            </a:extLst>
          </p:cNvPr>
          <p:cNvSpPr txBox="1"/>
          <p:nvPr/>
        </p:nvSpPr>
        <p:spPr>
          <a:xfrm>
            <a:off x="607254" y="1744778"/>
            <a:ext cx="10983485" cy="39079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/>
              <a:t>A node that does not receive an acknowledgment waits for a random amount of time before retransmitting, using a mechanism similar to exponential backoff.</a:t>
            </a:r>
            <a:endParaRPr lang="en-US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B050"/>
                </a:solidFill>
              </a:rPr>
              <a:t>Fixes:</a:t>
            </a:r>
            <a:r>
              <a:rPr lang="en-US" sz="2400" dirty="0"/>
              <a:t> Data loss due to head-to-head collisions.</a:t>
            </a:r>
            <a:endParaRPr lang="en-US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E8D132E-C2EA-073F-5DF1-FB2F9815ADF2}"/>
              </a:ext>
            </a:extLst>
          </p:cNvPr>
          <p:cNvSpPr/>
          <p:nvPr/>
        </p:nvSpPr>
        <p:spPr>
          <a:xfrm>
            <a:off x="604179" y="1714640"/>
            <a:ext cx="10992925" cy="2760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E3FB8A-C393-70D4-2E21-E0606481DE2B}"/>
              </a:ext>
            </a:extLst>
          </p:cNvPr>
          <p:cNvSpPr txBox="1">
            <a:spLocks/>
          </p:cNvSpPr>
          <p:nvPr/>
        </p:nvSpPr>
        <p:spPr>
          <a:xfrm>
            <a:off x="607951" y="673608"/>
            <a:ext cx="4077136" cy="71298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accent4">
                    <a:lumMod val="76000"/>
                  </a:schemeClr>
                </a:solidFill>
              </a:rPr>
              <a:t>Solutions</a:t>
            </a:r>
          </a:p>
        </p:txBody>
      </p:sp>
    </p:spTree>
    <p:extLst>
      <p:ext uri="{BB962C8B-B14F-4D97-AF65-F5344CB8AC3E}">
        <p14:creationId xmlns:p14="http://schemas.microsoft.com/office/powerpoint/2010/main" val="500271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69484-2FB9-2571-3DBE-E96D4071D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C3E98BB-ED25-77AE-7E26-62E344B889B9}"/>
              </a:ext>
            </a:extLst>
          </p:cNvPr>
          <p:cNvSpPr txBox="1"/>
          <p:nvPr/>
        </p:nvSpPr>
        <p:spPr>
          <a:xfrm>
            <a:off x="607254" y="1738361"/>
            <a:ext cx="10983485" cy="55699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If a node knows its K-hop neighbors, where K is an integer, it can explicitly request data sequentially from nodes whose data was not received during the normal </a:t>
            </a:r>
            <a:r>
              <a:rPr lang="en-US" sz="2400" dirty="0" err="1">
                <a:ea typeface="+mn-lt"/>
                <a:cs typeface="+mn-lt"/>
              </a:rPr>
              <a:t>LiteCast</a:t>
            </a:r>
            <a:r>
              <a:rPr lang="en-US" sz="2400" dirty="0">
                <a:ea typeface="+mn-lt"/>
                <a:cs typeface="+mn-lt"/>
              </a:rPr>
              <a:t> operation.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Sequential requests ensure that nodes transmit one at a time, avoiding additional collisions during data recovery.</a:t>
            </a:r>
            <a:endParaRPr lang="en-US" sz="24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>
              <a:solidFill>
                <a:srgbClr val="000000"/>
              </a:solidFill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B050"/>
                </a:solidFill>
              </a:rPr>
              <a:t>Fixes:</a:t>
            </a:r>
            <a:r>
              <a:rPr lang="en-US" sz="2400" dirty="0"/>
              <a:t> </a:t>
            </a:r>
            <a:r>
              <a:rPr lang="en-US" sz="2400" dirty="0">
                <a:ea typeface="+mn-lt"/>
                <a:cs typeface="+mn-lt"/>
              </a:rPr>
              <a:t>Loss due to head-to-head collisions and undetected data loss at individual receivers.</a:t>
            </a: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DC0BD8-A717-59A1-7DB2-3B69170287D0}"/>
              </a:ext>
            </a:extLst>
          </p:cNvPr>
          <p:cNvSpPr/>
          <p:nvPr/>
        </p:nvSpPr>
        <p:spPr>
          <a:xfrm>
            <a:off x="604179" y="1714640"/>
            <a:ext cx="10992925" cy="2760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1A66A68-0C43-9B62-975E-F709520A272E}"/>
              </a:ext>
            </a:extLst>
          </p:cNvPr>
          <p:cNvSpPr txBox="1">
            <a:spLocks/>
          </p:cNvSpPr>
          <p:nvPr/>
        </p:nvSpPr>
        <p:spPr>
          <a:xfrm>
            <a:off x="607951" y="673608"/>
            <a:ext cx="4077136" cy="71298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accent4">
                    <a:lumMod val="76000"/>
                  </a:schemeClr>
                </a:solidFill>
              </a:rPr>
              <a:t>Solutions</a:t>
            </a:r>
          </a:p>
        </p:txBody>
      </p:sp>
    </p:spTree>
    <p:extLst>
      <p:ext uri="{BB962C8B-B14F-4D97-AF65-F5344CB8AC3E}">
        <p14:creationId xmlns:p14="http://schemas.microsoft.com/office/powerpoint/2010/main" val="34235403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35BB2-C800-17E3-F5AF-633E3196E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F7331A-2D2D-1076-FF20-1AECC3C9523E}"/>
              </a:ext>
            </a:extLst>
          </p:cNvPr>
          <p:cNvSpPr txBox="1"/>
          <p:nvPr/>
        </p:nvSpPr>
        <p:spPr>
          <a:xfrm>
            <a:off x="607254" y="1738361"/>
            <a:ext cx="10983485" cy="61700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ea typeface="+mn-lt"/>
                <a:cs typeface="+mn-lt"/>
              </a:rPr>
              <a:t>Original </a:t>
            </a:r>
            <a:r>
              <a:rPr lang="en-US" sz="2000" dirty="0" err="1">
                <a:ea typeface="+mn-lt"/>
                <a:cs typeface="+mn-lt"/>
              </a:rPr>
              <a:t>LiteCast</a:t>
            </a:r>
            <a:r>
              <a:rPr lang="en-US" sz="2000" dirty="0">
                <a:ea typeface="+mn-lt"/>
                <a:cs typeface="+mn-lt"/>
              </a:rPr>
              <a:t>: Uses Originator Hop Count (OHC) to determine whether received data belongs to the intended locality:</a:t>
            </a:r>
            <a:endParaRPr lang="en-US"/>
          </a:p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endParaRPr lang="en-US" sz="2000" dirty="0">
              <a:ea typeface="+mn-lt"/>
              <a:cs typeface="+mn-lt"/>
            </a:endParaRPr>
          </a:p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ea typeface="+mn-lt"/>
                <a:cs typeface="+mn-lt"/>
              </a:rPr>
              <a:t>If the condition is satisfied, the data is obtained and forwarded; otherwise, it is discarded.</a:t>
            </a:r>
            <a:endParaRPr lang="en-US" sz="2000"/>
          </a:p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FF0000"/>
                </a:solidFill>
                <a:ea typeface="+mn-lt"/>
                <a:cs typeface="+mn-lt"/>
              </a:rPr>
              <a:t>Problem observed:</a:t>
            </a:r>
            <a:r>
              <a:rPr lang="en-US" sz="2000" dirty="0">
                <a:ea typeface="+mn-lt"/>
                <a:cs typeface="+mn-lt"/>
              </a:rPr>
              <a:t> During simulation, nodes were receiving LC data beyond the intended locality. </a:t>
            </a:r>
            <a:endParaRPr lang="en-US" sz="2000"/>
          </a:p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00B050"/>
                </a:solidFill>
                <a:ea typeface="+mn-lt"/>
                <a:cs typeface="+mn-lt"/>
              </a:rPr>
              <a:t>Attempted solution:</a:t>
            </a:r>
            <a:r>
              <a:rPr lang="en-US" sz="2000" dirty="0">
                <a:ea typeface="+mn-lt"/>
                <a:cs typeface="+mn-lt"/>
              </a:rPr>
              <a:t> Introduced TTL to ensure that nodes receive only LC-specific data. </a:t>
            </a:r>
            <a:endParaRPr lang="en-US" sz="2000"/>
          </a:p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FF0000"/>
                </a:solidFill>
                <a:ea typeface="+mn-lt"/>
                <a:cs typeface="+mn-lt"/>
              </a:rPr>
              <a:t>New problem:</a:t>
            </a:r>
            <a:r>
              <a:rPr lang="en-US" sz="2000" dirty="0">
                <a:ea typeface="+mn-lt"/>
                <a:cs typeface="+mn-lt"/>
              </a:rPr>
              <a:t> The same data packet with different TTL values could compete within the same </a:t>
            </a:r>
            <a:r>
              <a:rPr lang="en-US" sz="2000" dirty="0" err="1">
                <a:ea typeface="+mn-lt"/>
                <a:cs typeface="+mn-lt"/>
              </a:rPr>
              <a:t>subslot</a:t>
            </a:r>
            <a:r>
              <a:rPr lang="en-US" sz="2000" dirty="0">
                <a:ea typeface="+mn-lt"/>
                <a:cs typeface="+mn-lt"/>
              </a:rPr>
              <a:t>, resulting in collisions that would otherwise be mitigated by Constructive Interference (CI).</a:t>
            </a:r>
            <a:endParaRPr lang="en-US" sz="200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C4DCBB-786B-3AD8-3263-3E853A92C69C}"/>
              </a:ext>
            </a:extLst>
          </p:cNvPr>
          <p:cNvSpPr/>
          <p:nvPr/>
        </p:nvSpPr>
        <p:spPr>
          <a:xfrm>
            <a:off x="604179" y="1714640"/>
            <a:ext cx="10992925" cy="2760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A76F360-0692-D471-BB8C-7034082EB35C}"/>
              </a:ext>
            </a:extLst>
          </p:cNvPr>
          <p:cNvSpPr txBox="1">
            <a:spLocks/>
          </p:cNvSpPr>
          <p:nvPr/>
        </p:nvSpPr>
        <p:spPr>
          <a:xfrm>
            <a:off x="607951" y="673608"/>
            <a:ext cx="6198378" cy="71298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accent4">
                    <a:lumMod val="76000"/>
                  </a:schemeClr>
                </a:solidFill>
                <a:ea typeface="+mn-lt"/>
                <a:cs typeface="+mn-lt"/>
              </a:rPr>
              <a:t>Explored Improvement Possibilities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2F4099-889D-12FD-E697-3C145E2BF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4397" y="2664940"/>
            <a:ext cx="386715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85575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6934-06F2-F4B5-E947-BDB9798EF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E97CDCB-2B01-FC76-0BAA-00ADC799E0A5}"/>
              </a:ext>
            </a:extLst>
          </p:cNvPr>
          <p:cNvSpPr txBox="1"/>
          <p:nvPr/>
        </p:nvSpPr>
        <p:spPr>
          <a:xfrm>
            <a:off x="607254" y="1727318"/>
            <a:ext cx="11104963" cy="57084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r>
              <a:rPr lang="en-US" sz="2000" b="1" dirty="0">
                <a:ea typeface="+mn-lt"/>
                <a:cs typeface="+mn-lt"/>
              </a:rPr>
              <a:t>Constructive Interference (CI):</a:t>
            </a:r>
            <a:r>
              <a:rPr lang="en-US" sz="2000" dirty="0">
                <a:ea typeface="+mn-lt"/>
                <a:cs typeface="+mn-lt"/>
              </a:rPr>
              <a:t> For CI to work properly, the transmitted packets must have identical headers and data payloads. </a:t>
            </a:r>
            <a:endParaRPr lang="en-US" dirty="0"/>
          </a:p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r>
              <a:rPr lang="en-US" sz="2000" b="1" dirty="0">
                <a:ea typeface="+mn-lt"/>
                <a:cs typeface="+mn-lt"/>
              </a:rPr>
              <a:t>Observed in simulation</a:t>
            </a:r>
            <a:r>
              <a:rPr lang="en-US" sz="2000" dirty="0">
                <a:ea typeface="+mn-lt"/>
                <a:cs typeface="+mn-lt"/>
              </a:rPr>
              <a:t>: OHC-based filtering performed better in reliability than TTL-based filtering. However, TTL-based filtering ensured that LC-2 data did not compete with LC-3. </a:t>
            </a:r>
            <a:endParaRPr lang="en-US" dirty="0"/>
          </a:p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r>
              <a:rPr lang="en-US" sz="2000" b="1" dirty="0">
                <a:ea typeface="+mn-lt"/>
                <a:cs typeface="+mn-lt"/>
              </a:rPr>
              <a:t>Under complete reservation:</a:t>
            </a:r>
            <a:r>
              <a:rPr lang="en-US" sz="2000" dirty="0">
                <a:ea typeface="+mn-lt"/>
                <a:cs typeface="+mn-lt"/>
              </a:rPr>
              <a:t> OHC-based filtering achieved 100% reliability, whereas TTL-based filtering did not even under complete reservation.</a:t>
            </a:r>
            <a:endParaRPr lang="en-US" dirty="0">
              <a:ea typeface="+mn-lt"/>
              <a:cs typeface="+mn-lt"/>
            </a:endParaRPr>
          </a:p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r>
              <a:rPr lang="en-US" sz="2000" b="1" dirty="0">
                <a:ea typeface="+mn-lt"/>
                <a:cs typeface="+mn-lt"/>
              </a:rPr>
              <a:t>Overall finding:</a:t>
            </a:r>
            <a:r>
              <a:rPr lang="en-US" sz="2000" dirty="0">
                <a:ea typeface="+mn-lt"/>
                <a:cs typeface="+mn-lt"/>
              </a:rPr>
              <a:t> In our simulations, the OHC-based implementation provided higher reliability than the TTL-based implementation.</a:t>
            </a:r>
            <a:endParaRPr lang="en-US" dirty="0"/>
          </a:p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endParaRPr lang="en-US" sz="20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294102-DC01-1C56-F72A-491A7E30B23B}"/>
              </a:ext>
            </a:extLst>
          </p:cNvPr>
          <p:cNvSpPr/>
          <p:nvPr/>
        </p:nvSpPr>
        <p:spPr>
          <a:xfrm>
            <a:off x="604179" y="1714640"/>
            <a:ext cx="10992925" cy="2760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2DF6F13-7C5D-1A06-7111-5BC1FA593F55}"/>
              </a:ext>
            </a:extLst>
          </p:cNvPr>
          <p:cNvSpPr txBox="1">
            <a:spLocks/>
          </p:cNvSpPr>
          <p:nvPr/>
        </p:nvSpPr>
        <p:spPr>
          <a:xfrm>
            <a:off x="607951" y="673608"/>
            <a:ext cx="4254726" cy="71298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accent4">
                    <a:lumMod val="76000"/>
                  </a:schemeClr>
                </a:solidFill>
                <a:ea typeface="+mn-lt"/>
                <a:cs typeface="+mn-lt"/>
              </a:rPr>
              <a:t>OHC vs. TTL: Key Findings</a:t>
            </a:r>
            <a:endParaRPr lang="en-US" dirty="0">
              <a:solidFill>
                <a:schemeClr val="accent4">
                  <a:lumMod val="76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9873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4C4BE-7090-7F0F-21C9-92FF6AAA3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C46311-7446-7DDF-E6ED-5438F204D772}"/>
              </a:ext>
            </a:extLst>
          </p:cNvPr>
          <p:cNvSpPr txBox="1"/>
          <p:nvPr/>
        </p:nvSpPr>
        <p:spPr>
          <a:xfrm>
            <a:off x="607254" y="1727605"/>
            <a:ext cx="10988260" cy="566225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r>
              <a:rPr lang="en-US" sz="2000" b="1" dirty="0">
                <a:ea typeface="+mn-lt"/>
                <a:cs typeface="+mn-lt"/>
              </a:rPr>
              <a:t>Neighbor discovery:</a:t>
            </a:r>
            <a:r>
              <a:rPr lang="en-US" sz="2000" dirty="0">
                <a:ea typeface="+mn-lt"/>
                <a:cs typeface="+mn-lt"/>
              </a:rPr>
              <a:t> Determining how a dynamically joining node obtains the list of its neighbors remains a challenge.</a:t>
            </a:r>
            <a:r>
              <a:rPr lang="en-US" sz="2000" dirty="0"/>
              <a:t>.</a:t>
            </a:r>
          </a:p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r>
              <a:rPr lang="en-US" sz="2000" b="1" dirty="0">
                <a:ea typeface="+mn-lt"/>
                <a:cs typeface="+mn-lt"/>
              </a:rPr>
              <a:t>Multi-hop neighbor discovery:</a:t>
            </a:r>
            <a:r>
              <a:rPr lang="en-US" sz="2000" dirty="0">
                <a:ea typeface="+mn-lt"/>
                <a:cs typeface="+mn-lt"/>
              </a:rPr>
              <a:t> Some standards provide beaconing mechanisms for identifying one-hop neighbors, but extending this mechanism to discover two-hop or three-hop neighbors remains an open challenge.</a:t>
            </a:r>
            <a:endParaRPr lang="en-US" dirty="0"/>
          </a:p>
          <a:p>
            <a:pPr marL="285750" indent="-285750" algn="just">
              <a:lnSpc>
                <a:spcPct val="150000"/>
              </a:lnSpc>
              <a:buFont typeface="Arial"/>
              <a:buChar char="•"/>
            </a:pPr>
            <a:r>
              <a:rPr lang="en-US" sz="2000" b="1" dirty="0">
                <a:ea typeface="+mn-lt"/>
                <a:cs typeface="+mn-lt"/>
              </a:rPr>
              <a:t>Dynamic network participation:</a:t>
            </a:r>
            <a:r>
              <a:rPr lang="en-US" sz="2000" dirty="0">
                <a:ea typeface="+mn-lt"/>
                <a:cs typeface="+mn-lt"/>
              </a:rPr>
              <a:t> Although LiteCast is described as dynamic, the initiator-assigned parity remains fixed. A newly joining node must therefore synchronize with the existing network before it can receive data.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b="1" dirty="0">
                <a:ea typeface="+mn-lt"/>
                <a:cs typeface="+mn-lt"/>
              </a:rPr>
              <a:t>Conclusion:</a:t>
            </a:r>
            <a:r>
              <a:rPr lang="en-US" dirty="0">
                <a:ea typeface="+mn-lt"/>
                <a:cs typeface="+mn-lt"/>
              </a:rPr>
              <a:t> The simulations reproduced the key behavior of LiteCast and helped identify limitations related to subslot collisions, undetected data loss, and data filtering.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endParaRPr lang="en-US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691149-4C84-8F7E-9990-54258CA6DDCB}"/>
              </a:ext>
            </a:extLst>
          </p:cNvPr>
          <p:cNvSpPr/>
          <p:nvPr/>
        </p:nvSpPr>
        <p:spPr>
          <a:xfrm>
            <a:off x="604179" y="1714640"/>
            <a:ext cx="10992925" cy="2760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1A6EEB-CABA-AF44-69B7-5B48B7518B81}"/>
              </a:ext>
            </a:extLst>
          </p:cNvPr>
          <p:cNvSpPr txBox="1">
            <a:spLocks/>
          </p:cNvSpPr>
          <p:nvPr/>
        </p:nvSpPr>
        <p:spPr>
          <a:xfrm>
            <a:off x="607951" y="673608"/>
            <a:ext cx="5690379" cy="71298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b="1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>
                <a:solidFill>
                  <a:schemeClr val="accent4">
                    <a:lumMod val="76000"/>
                  </a:schemeClr>
                </a:solidFill>
                <a:ea typeface="+mn-lt"/>
                <a:cs typeface="+mn-lt"/>
              </a:rPr>
              <a:t>Challenges and Conclusion</a:t>
            </a:r>
            <a:endParaRPr lang="en-US" dirty="0">
              <a:solidFill>
                <a:schemeClr val="accent4">
                  <a:lumMod val="76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37559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01024-E264-5AC4-1744-A10F21083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57466997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Rise">
  <a:themeElements>
    <a:clrScheme name="GradientRise">
      <a:dk1>
        <a:sysClr val="windowText" lastClr="000000"/>
      </a:dk1>
      <a:lt1>
        <a:srgbClr val="FFFFFF"/>
      </a:lt1>
      <a:dk2>
        <a:srgbClr val="3C0F3A"/>
      </a:dk2>
      <a:lt2>
        <a:srgbClr val="F1F2F2"/>
      </a:lt2>
      <a:accent1>
        <a:srgbClr val="A6025C"/>
      </a:accent1>
      <a:accent2>
        <a:srgbClr val="92248E"/>
      </a:accent2>
      <a:accent3>
        <a:srgbClr val="DE95C4"/>
      </a:accent3>
      <a:accent4>
        <a:srgbClr val="FE4A00"/>
      </a:accent4>
      <a:accent5>
        <a:srgbClr val="DA002F"/>
      </a:accent5>
      <a:accent6>
        <a:srgbClr val="FF907A"/>
      </a:accent6>
      <a:hlink>
        <a:srgbClr val="CA71E4"/>
      </a:hlink>
      <a:folHlink>
        <a:srgbClr val="E45E49"/>
      </a:folHlink>
    </a:clrScheme>
    <a:fontScheme name="GradientRise">
      <a:majorFont>
        <a:latin typeface="Avenir Next LT Pro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Rise" id="{FF74CFCA-15A8-4A19-8791-A4B07AC19AED}" vid="{4F1DA30D-FBF7-47F9-8AB5-ACED5332D3E0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E753F6F-88D8-493D-A089-0923419088E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D279CDD-1FB7-427E-9208-ECF0EB941A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604CAC9-4DB9-48D9-8A6F-3675D14127D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GradientRise</Template>
  <TotalTime>0</TotalTime>
  <Words>4</Words>
  <Application>Microsoft Office PowerPoint</Application>
  <PresentationFormat>Widescreen</PresentationFormat>
  <Paragraphs>2</Paragraphs>
  <Slides>19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GradientRise</vt:lpstr>
      <vt:lpstr>Litecast  Flexible, Scalable and Uniform Local Data-Sharing in Real-Time</vt:lpstr>
      <vt:lpstr>Work Done So Far</vt:lpstr>
      <vt:lpstr>Simulation</vt:lpstr>
      <vt:lpstr>PowerPoint Presentation</vt:lpstr>
      <vt:lpstr>PowerPoint Presentation</vt:lpstr>
      <vt:lpstr>SIDE-BY-SIDE RESULTS  Simulation Results                                                        Paper Results</vt:lpstr>
      <vt:lpstr>PowerPoint Presentation</vt:lpstr>
      <vt:lpstr>Example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1050</cp:revision>
  <dcterms:created xsi:type="dcterms:W3CDTF">2026-09-24T05:28:41Z</dcterms:created>
  <dcterms:modified xsi:type="dcterms:W3CDTF">2026-09-24T19:25:08Z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